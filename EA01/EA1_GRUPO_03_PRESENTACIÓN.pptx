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ticulat" panose="020B0604020202020204" charset="0"/>
      <p:regular r:id="rId12"/>
    </p:embeddedFont>
    <p:embeddedFont>
      <p:font typeface="Articulat Bold" panose="020B0604020202020204" charset="0"/>
      <p:regular r:id="rId13"/>
    </p:embeddedFont>
    <p:embeddedFont>
      <p:font typeface="Articulat Semi-Bold" panose="020B0604020202020204" charset="0"/>
      <p:regular r:id="rId14"/>
    </p:embeddedFont>
    <p:embeddedFont>
      <p:font typeface="Bree Serif" panose="020B0604020202020204" charset="0"/>
      <p:regular r:id="rId15"/>
    </p:embeddedFont>
    <p:embeddedFont>
      <p:font typeface="Chunk Five" panose="020B0604020202020204" charset="0"/>
      <p:regular r:id="rId16"/>
    </p:embeddedFont>
    <p:embeddedFont>
      <p:font typeface="Nunito Bold" panose="020B0604020202020204" charset="0"/>
      <p:regular r:id="rId17"/>
    </p:embeddedFont>
    <p:embeddedFont>
      <p:font typeface="TAN Tangkiwood" panose="020B0604020202020204" charset="0"/>
      <p:regular r:id="rId18"/>
    </p:embeddedFont>
    <p:embeddedFont>
      <p:font typeface="The Youngest" panose="020B0604020202020204" charset="0"/>
      <p:regular r:id="rId19"/>
    </p:embeddedFont>
    <p:embeddedFont>
      <p:font typeface="TT Hoves Bold Italics" panose="020B0604020202020204" charset="0"/>
      <p:regular r:id="rId20"/>
    </p:embeddedFont>
    <p:embeddedFont>
      <p:font typeface="TT Norms" panose="020B0604020202020204" charset="0"/>
      <p:regular r:id="rId21"/>
    </p:embeddedFont>
    <p:embeddedFont>
      <p:font typeface="TT Norm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emi Pichiguen" userId="bbf2cc53e1162606" providerId="LiveId" clId="{AAEE0D05-F31A-49FF-B892-62DB22B9D39F}"/>
    <pc:docChg chg="modSld">
      <pc:chgData name="Noemi Pichiguen" userId="bbf2cc53e1162606" providerId="LiveId" clId="{AAEE0D05-F31A-49FF-B892-62DB22B9D39F}" dt="2026-04-15T23:10:46.412" v="1" actId="115"/>
      <pc:docMkLst>
        <pc:docMk/>
      </pc:docMkLst>
      <pc:sldChg chg="modSp mod">
        <pc:chgData name="Noemi Pichiguen" userId="bbf2cc53e1162606" providerId="LiveId" clId="{AAEE0D05-F31A-49FF-B892-62DB22B9D39F}" dt="2026-04-15T23:10:46.412" v="1" actId="115"/>
        <pc:sldMkLst>
          <pc:docMk/>
          <pc:sldMk cId="0" sldId="265"/>
        </pc:sldMkLst>
        <pc:spChg chg="mod">
          <ac:chgData name="Noemi Pichiguen" userId="bbf2cc53e1162606" providerId="LiveId" clId="{AAEE0D05-F31A-49FF-B892-62DB22B9D39F}" dt="2026-04-15T23:10:46.412" v="1" actId="115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9013900" flipH="1">
            <a:off x="15042323" y="-1761366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417436" flipH="1">
            <a:off x="-2730966" y="7614050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621419" y="6186185"/>
            <a:ext cx="9160231" cy="340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4370" lvl="1" indent="-262185" algn="just">
              <a:lnSpc>
                <a:spcPts val="3400"/>
              </a:lnSpc>
              <a:buFont typeface="Arial"/>
              <a:buChar char="•"/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ASIGNATURA: INGENERIA EN SOFTWARE 005D</a:t>
            </a:r>
          </a:p>
          <a:p>
            <a:pPr marL="524370" lvl="1" indent="-262185" algn="just">
              <a:lnSpc>
                <a:spcPts val="3400"/>
              </a:lnSpc>
              <a:buFont typeface="Arial"/>
              <a:buChar char="•"/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INTEGRANTES : </a:t>
            </a:r>
          </a:p>
          <a:p>
            <a:pPr algn="just">
              <a:lnSpc>
                <a:spcPts val="3400"/>
              </a:lnSpc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KATHRYN MORA</a:t>
            </a:r>
          </a:p>
          <a:p>
            <a:pPr algn="just">
              <a:lnSpc>
                <a:spcPts val="3400"/>
              </a:lnSpc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GENESIS CERDA</a:t>
            </a:r>
          </a:p>
          <a:p>
            <a:pPr algn="just">
              <a:lnSpc>
                <a:spcPts val="3400"/>
              </a:lnSpc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 NOEMI PICHIGUEN</a:t>
            </a:r>
          </a:p>
          <a:p>
            <a:pPr algn="just">
              <a:lnSpc>
                <a:spcPts val="3400"/>
              </a:lnSpc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 MATIAS PARDO </a:t>
            </a:r>
          </a:p>
          <a:p>
            <a:pPr algn="just">
              <a:lnSpc>
                <a:spcPts val="3400"/>
              </a:lnSpc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 MAXIMILIANO VALENZUELA</a:t>
            </a:r>
          </a:p>
          <a:p>
            <a:pPr marL="524370" lvl="1" indent="-262185" algn="just">
              <a:lnSpc>
                <a:spcPts val="3400"/>
              </a:lnSpc>
              <a:buFont typeface="Arial"/>
              <a:buChar char="•"/>
            </a:pPr>
            <a:r>
              <a:rPr lang="en-US" sz="2428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FECHA : 16-ABRIL-2026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5891" y="2144699"/>
            <a:ext cx="13674328" cy="26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FFFFFF"/>
                </a:solidFill>
                <a:latin typeface="The Youngest"/>
                <a:ea typeface="The Youngest"/>
                <a:cs typeface="The Youngest"/>
                <a:sym typeface="The Youngest"/>
              </a:rPr>
              <a:t>SISTEMA DE GESTIÓN BIBLIOTECARIA </a:t>
            </a:r>
          </a:p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FFFFFF"/>
                </a:solidFill>
                <a:latin typeface="The Youngest"/>
                <a:ea typeface="The Youngest"/>
                <a:cs typeface="The Youngest"/>
                <a:sym typeface="The Youngest"/>
              </a:rPr>
              <a:t>UNILIB.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The Youngest"/>
                <a:ea typeface="The Youngest"/>
                <a:cs typeface="The Youngest"/>
                <a:sym typeface="The Youngest"/>
              </a:rPr>
              <a:t>EXPERIENCIA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9013900" flipH="1">
            <a:off x="13185117" y="-3290083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8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8" y="5449149"/>
                </a:lnTo>
                <a:lnTo>
                  <a:pt x="6704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417436" flipH="1">
            <a:off x="-2730966" y="7614050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993101" y="530046"/>
            <a:ext cx="8150899" cy="1461526"/>
            <a:chOff x="0" y="0"/>
            <a:chExt cx="1841518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1518" cy="330200"/>
            </a:xfrm>
            <a:custGeom>
              <a:avLst/>
              <a:gdLst/>
              <a:ahLst/>
              <a:cxnLst/>
              <a:rect l="l" t="t" r="r" b="b"/>
              <a:pathLst>
                <a:path w="1841518" h="330200">
                  <a:moveTo>
                    <a:pt x="168149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70180"/>
                  </a:lnTo>
                  <a:lnTo>
                    <a:pt x="160020" y="330200"/>
                  </a:lnTo>
                  <a:lnTo>
                    <a:pt x="1681498" y="330200"/>
                  </a:lnTo>
                  <a:lnTo>
                    <a:pt x="1841518" y="170180"/>
                  </a:lnTo>
                  <a:lnTo>
                    <a:pt x="1841518" y="160020"/>
                  </a:lnTo>
                  <a:lnTo>
                    <a:pt x="1681498" y="0"/>
                  </a:ln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  <a:ln w="38100" cap="sq">
              <a:solidFill>
                <a:srgbClr val="FFFFFF">
                  <a:alpha val="2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15875"/>
              <a:ext cx="1714518" cy="250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44081" y="906998"/>
            <a:ext cx="5274262" cy="59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8"/>
              </a:lnSpc>
              <a:spcBef>
                <a:spcPct val="0"/>
              </a:spcBef>
            </a:pPr>
            <a:r>
              <a:rPr lang="en-US" sz="3484">
                <a:solidFill>
                  <a:srgbClr val="FFFFFF"/>
                </a:solidFill>
                <a:latin typeface="The Youngest"/>
                <a:ea typeface="The Youngest"/>
                <a:cs typeface="The Youngest"/>
                <a:sym typeface="The Youngest"/>
              </a:rPr>
              <a:t> RESUMEN EJECUTIVO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11040" y="2612684"/>
            <a:ext cx="5334000" cy="2530816"/>
            <a:chOff x="0" y="0"/>
            <a:chExt cx="1434617" cy="680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4617" cy="680681"/>
            </a:xfrm>
            <a:custGeom>
              <a:avLst/>
              <a:gdLst/>
              <a:ahLst/>
              <a:cxnLst/>
              <a:rect l="l" t="t" r="r" b="b"/>
              <a:pathLst>
                <a:path w="1434617" h="680681">
                  <a:moveTo>
                    <a:pt x="53703" y="0"/>
                  </a:moveTo>
                  <a:lnTo>
                    <a:pt x="1380914" y="0"/>
                  </a:lnTo>
                  <a:cubicBezTo>
                    <a:pt x="1395157" y="0"/>
                    <a:pt x="1408817" y="5658"/>
                    <a:pt x="1418888" y="15729"/>
                  </a:cubicBezTo>
                  <a:cubicBezTo>
                    <a:pt x="1428959" y="25800"/>
                    <a:pt x="1434617" y="39460"/>
                    <a:pt x="1434617" y="53703"/>
                  </a:cubicBezTo>
                  <a:lnTo>
                    <a:pt x="1434617" y="626978"/>
                  </a:lnTo>
                  <a:cubicBezTo>
                    <a:pt x="1434617" y="656637"/>
                    <a:pt x="1410573" y="680681"/>
                    <a:pt x="1380914" y="680681"/>
                  </a:cubicBezTo>
                  <a:lnTo>
                    <a:pt x="53703" y="680681"/>
                  </a:lnTo>
                  <a:cubicBezTo>
                    <a:pt x="39460" y="680681"/>
                    <a:pt x="25800" y="675023"/>
                    <a:pt x="15729" y="664952"/>
                  </a:cubicBezTo>
                  <a:cubicBezTo>
                    <a:pt x="5658" y="654880"/>
                    <a:pt x="0" y="641221"/>
                    <a:pt x="0" y="626978"/>
                  </a:cubicBezTo>
                  <a:lnTo>
                    <a:pt x="0" y="53703"/>
                  </a:lnTo>
                  <a:cubicBezTo>
                    <a:pt x="0" y="24044"/>
                    <a:pt x="24044" y="0"/>
                    <a:pt x="537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E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434617" cy="747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r>
                <a:rPr lang="en-US" sz="2624" b="1" spc="-91">
                  <a:solidFill>
                    <a:srgbClr val="000000"/>
                  </a:solidFill>
                  <a:latin typeface="Articulat Semi-Bold"/>
                  <a:ea typeface="Articulat Semi-Bold"/>
                  <a:cs typeface="Articulat Semi-Bold"/>
                  <a:sym typeface="Articulat Semi-Bold"/>
                </a:rPr>
                <a:t>Análisis del Problema</a:t>
              </a:r>
            </a:p>
            <a:p>
              <a:pPr algn="ctr">
                <a:lnSpc>
                  <a:spcPts val="3674"/>
                </a:lnSpc>
              </a:pPr>
              <a:r>
                <a:rPr lang="en-US" sz="2624" spc="-91">
                  <a:solidFill>
                    <a:srgbClr val="000000"/>
                  </a:solidFill>
                  <a:latin typeface="Articulat"/>
                  <a:ea typeface="Articulat"/>
                  <a:cs typeface="Articulat"/>
                  <a:sym typeface="Articulat"/>
                </a:rPr>
                <a:t>Pérdida de libros y largas colas de espera en el mesón de atención</a:t>
              </a:r>
            </a:p>
            <a:p>
              <a:pPr algn="ctr">
                <a:lnSpc>
                  <a:spcPts val="3674"/>
                </a:lnSpc>
              </a:pPr>
              <a:endParaRPr lang="en-US" sz="2624" spc="-91">
                <a:solidFill>
                  <a:srgbClr val="000000"/>
                </a:solidFill>
                <a:latin typeface="Articulat"/>
                <a:ea typeface="Articulat"/>
                <a:cs typeface="Articulat"/>
                <a:sym typeface="Articula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36158" y="2675513"/>
            <a:ext cx="5473366" cy="2351577"/>
            <a:chOff x="0" y="0"/>
            <a:chExt cx="1472100" cy="6324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72100" cy="632473"/>
            </a:xfrm>
            <a:custGeom>
              <a:avLst/>
              <a:gdLst/>
              <a:ahLst/>
              <a:cxnLst/>
              <a:rect l="l" t="t" r="r" b="b"/>
              <a:pathLst>
                <a:path w="1472100" h="632473">
                  <a:moveTo>
                    <a:pt x="52335" y="0"/>
                  </a:moveTo>
                  <a:lnTo>
                    <a:pt x="1419765" y="0"/>
                  </a:lnTo>
                  <a:cubicBezTo>
                    <a:pt x="1433645" y="0"/>
                    <a:pt x="1446957" y="5514"/>
                    <a:pt x="1456772" y="15329"/>
                  </a:cubicBezTo>
                  <a:cubicBezTo>
                    <a:pt x="1466587" y="25143"/>
                    <a:pt x="1472100" y="38455"/>
                    <a:pt x="1472100" y="52335"/>
                  </a:cubicBezTo>
                  <a:lnTo>
                    <a:pt x="1472100" y="580138"/>
                  </a:lnTo>
                  <a:cubicBezTo>
                    <a:pt x="1472100" y="594018"/>
                    <a:pt x="1466587" y="607330"/>
                    <a:pt x="1456772" y="617145"/>
                  </a:cubicBezTo>
                  <a:cubicBezTo>
                    <a:pt x="1446957" y="626959"/>
                    <a:pt x="1433645" y="632473"/>
                    <a:pt x="1419765" y="632473"/>
                  </a:cubicBezTo>
                  <a:lnTo>
                    <a:pt x="52335" y="632473"/>
                  </a:lnTo>
                  <a:cubicBezTo>
                    <a:pt x="38455" y="632473"/>
                    <a:pt x="25143" y="626959"/>
                    <a:pt x="15329" y="617145"/>
                  </a:cubicBezTo>
                  <a:cubicBezTo>
                    <a:pt x="5514" y="607330"/>
                    <a:pt x="0" y="594018"/>
                    <a:pt x="0" y="580138"/>
                  </a:cubicBezTo>
                  <a:lnTo>
                    <a:pt x="0" y="52335"/>
                  </a:lnTo>
                  <a:cubicBezTo>
                    <a:pt x="0" y="38455"/>
                    <a:pt x="5514" y="25143"/>
                    <a:pt x="15329" y="15329"/>
                  </a:cubicBezTo>
                  <a:cubicBezTo>
                    <a:pt x="25143" y="5514"/>
                    <a:pt x="38455" y="0"/>
                    <a:pt x="52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E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472100" cy="699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4"/>
                </a:lnSpc>
              </a:pPr>
              <a:r>
                <a:rPr lang="en-US" sz="2724" b="1" spc="-95">
                  <a:solidFill>
                    <a:srgbClr val="000000"/>
                  </a:solidFill>
                  <a:latin typeface="Articulat Bold"/>
                  <a:ea typeface="Articulat Bold"/>
                  <a:cs typeface="Articulat Bold"/>
                  <a:sym typeface="Articulat Bold"/>
                </a:rPr>
                <a:t>Levantamiento de Necesidades</a:t>
              </a:r>
            </a:p>
            <a:p>
              <a:pPr algn="ctr">
                <a:lnSpc>
                  <a:spcPts val="3674"/>
                </a:lnSpc>
              </a:pPr>
              <a:r>
                <a:rPr lang="en-US" sz="2624" spc="-91">
                  <a:solidFill>
                    <a:srgbClr val="000000"/>
                  </a:solidFill>
                  <a:latin typeface="Articulat"/>
                  <a:ea typeface="Articulat"/>
                  <a:cs typeface="Articulat"/>
                  <a:sym typeface="Articulat"/>
                </a:rPr>
                <a:t>Digitalización del inventario, automatización del flujo de préstamos y disponibilidad de consultas en línea.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00642" y="2697682"/>
            <a:ext cx="4749365" cy="2181580"/>
            <a:chOff x="0" y="0"/>
            <a:chExt cx="1277375" cy="586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7375" cy="586751"/>
            </a:xfrm>
            <a:custGeom>
              <a:avLst/>
              <a:gdLst/>
              <a:ahLst/>
              <a:cxnLst/>
              <a:rect l="l" t="t" r="r" b="b"/>
              <a:pathLst>
                <a:path w="1277375" h="586751">
                  <a:moveTo>
                    <a:pt x="60314" y="0"/>
                  </a:moveTo>
                  <a:lnTo>
                    <a:pt x="1217062" y="0"/>
                  </a:lnTo>
                  <a:cubicBezTo>
                    <a:pt x="1250372" y="0"/>
                    <a:pt x="1277375" y="27003"/>
                    <a:pt x="1277375" y="60314"/>
                  </a:cubicBezTo>
                  <a:lnTo>
                    <a:pt x="1277375" y="526438"/>
                  </a:lnTo>
                  <a:cubicBezTo>
                    <a:pt x="1277375" y="559748"/>
                    <a:pt x="1250372" y="586751"/>
                    <a:pt x="1217062" y="586751"/>
                  </a:cubicBezTo>
                  <a:lnTo>
                    <a:pt x="60314" y="586751"/>
                  </a:lnTo>
                  <a:cubicBezTo>
                    <a:pt x="27003" y="586751"/>
                    <a:pt x="0" y="559748"/>
                    <a:pt x="0" y="526438"/>
                  </a:cubicBezTo>
                  <a:lnTo>
                    <a:pt x="0" y="60314"/>
                  </a:lnTo>
                  <a:cubicBezTo>
                    <a:pt x="0" y="27003"/>
                    <a:pt x="27003" y="0"/>
                    <a:pt x="603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E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77375" cy="643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r>
                <a:rPr lang="en-US" sz="2624" b="1" spc="-91">
                  <a:solidFill>
                    <a:srgbClr val="000000"/>
                  </a:solidFill>
                  <a:latin typeface="Articulat Bold"/>
                  <a:ea typeface="Articulat Bold"/>
                  <a:cs typeface="Articulat Bold"/>
                  <a:sym typeface="Articulat Bold"/>
                </a:rPr>
                <a:t>Alcance General</a:t>
              </a:r>
            </a:p>
            <a:p>
              <a:pPr algn="ctr">
                <a:lnSpc>
                  <a:spcPts val="3674"/>
                </a:lnSpc>
              </a:pPr>
              <a:r>
                <a:rPr lang="en-US" sz="2624" spc="-91">
                  <a:solidFill>
                    <a:srgbClr val="000000"/>
                  </a:solidFill>
                  <a:latin typeface="Articulat"/>
                  <a:ea typeface="Articulat"/>
                  <a:cs typeface="Articulat"/>
                  <a:sym typeface="Articulat"/>
                </a:rPr>
                <a:t>Sistematización del catálogo, gestión de usuarios y reportes de stock.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0"/>
            <a:ext cx="3810000" cy="2857500"/>
          </a:xfrm>
          <a:custGeom>
            <a:avLst/>
            <a:gdLst/>
            <a:ahLst/>
            <a:cxnLst/>
            <a:rect l="l" t="t" r="r" b="b"/>
            <a:pathLst>
              <a:path w="3810000" h="2857500">
                <a:moveTo>
                  <a:pt x="0" y="0"/>
                </a:moveTo>
                <a:lnTo>
                  <a:pt x="3810000" y="0"/>
                </a:lnTo>
                <a:lnTo>
                  <a:pt x="38100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3810000" cy="2857500"/>
          </a:xfrm>
          <a:custGeom>
            <a:avLst/>
            <a:gdLst/>
            <a:ahLst/>
            <a:cxnLst/>
            <a:rect l="l" t="t" r="r" b="b"/>
            <a:pathLst>
              <a:path w="3810000" h="2857500">
                <a:moveTo>
                  <a:pt x="0" y="0"/>
                </a:moveTo>
                <a:lnTo>
                  <a:pt x="3810000" y="0"/>
                </a:lnTo>
                <a:lnTo>
                  <a:pt x="38100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0" name="Group 20"/>
          <p:cNvGrpSpPr/>
          <p:nvPr/>
        </p:nvGrpSpPr>
        <p:grpSpPr>
          <a:xfrm>
            <a:off x="2644081" y="5653706"/>
            <a:ext cx="5274262" cy="2189949"/>
            <a:chOff x="0" y="0"/>
            <a:chExt cx="1418550" cy="5890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8550" cy="589002"/>
            </a:xfrm>
            <a:custGeom>
              <a:avLst/>
              <a:gdLst/>
              <a:ahLst/>
              <a:cxnLst/>
              <a:rect l="l" t="t" r="r" b="b"/>
              <a:pathLst>
                <a:path w="1418550" h="589002">
                  <a:moveTo>
                    <a:pt x="54311" y="0"/>
                  </a:moveTo>
                  <a:lnTo>
                    <a:pt x="1364239" y="0"/>
                  </a:lnTo>
                  <a:cubicBezTo>
                    <a:pt x="1378643" y="0"/>
                    <a:pt x="1392457" y="5722"/>
                    <a:pt x="1402643" y="15907"/>
                  </a:cubicBezTo>
                  <a:cubicBezTo>
                    <a:pt x="1412828" y="26093"/>
                    <a:pt x="1418550" y="39907"/>
                    <a:pt x="1418550" y="54311"/>
                  </a:cubicBezTo>
                  <a:lnTo>
                    <a:pt x="1418550" y="534691"/>
                  </a:lnTo>
                  <a:cubicBezTo>
                    <a:pt x="1418550" y="549095"/>
                    <a:pt x="1412828" y="562910"/>
                    <a:pt x="1402643" y="573095"/>
                  </a:cubicBezTo>
                  <a:cubicBezTo>
                    <a:pt x="1392457" y="583280"/>
                    <a:pt x="1378643" y="589002"/>
                    <a:pt x="1364239" y="589002"/>
                  </a:cubicBezTo>
                  <a:lnTo>
                    <a:pt x="54311" y="589002"/>
                  </a:lnTo>
                  <a:cubicBezTo>
                    <a:pt x="39907" y="589002"/>
                    <a:pt x="26093" y="583280"/>
                    <a:pt x="15907" y="573095"/>
                  </a:cubicBezTo>
                  <a:cubicBezTo>
                    <a:pt x="5722" y="562910"/>
                    <a:pt x="0" y="549095"/>
                    <a:pt x="0" y="534691"/>
                  </a:cubicBezTo>
                  <a:lnTo>
                    <a:pt x="0" y="54311"/>
                  </a:lnTo>
                  <a:cubicBezTo>
                    <a:pt x="0" y="39907"/>
                    <a:pt x="5722" y="26093"/>
                    <a:pt x="15907" y="15907"/>
                  </a:cubicBezTo>
                  <a:cubicBezTo>
                    <a:pt x="26093" y="5722"/>
                    <a:pt x="39907" y="0"/>
                    <a:pt x="543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E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418550" cy="6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4"/>
                </a:lnSpc>
              </a:pPr>
              <a:r>
                <a:rPr lang="en-US" sz="2724" b="1" spc="-95">
                  <a:solidFill>
                    <a:srgbClr val="000000"/>
                  </a:solidFill>
                  <a:latin typeface="Articulat Bold"/>
                  <a:ea typeface="Articulat Bold"/>
                  <a:cs typeface="Articulat Bold"/>
                  <a:sym typeface="Articulat Bold"/>
                </a:rPr>
                <a:t>Principales Requerimientos</a:t>
              </a:r>
            </a:p>
            <a:p>
              <a:pPr algn="ctr">
                <a:lnSpc>
                  <a:spcPts val="3674"/>
                </a:lnSpc>
              </a:pPr>
              <a:r>
                <a:rPr lang="en-US" sz="2624" spc="-91">
                  <a:solidFill>
                    <a:srgbClr val="000000"/>
                  </a:solidFill>
                  <a:latin typeface="Articulat"/>
                  <a:ea typeface="Articulat"/>
                  <a:cs typeface="Articulat"/>
                  <a:sym typeface="Articulat"/>
                </a:rPr>
                <a:t>Control de stock en tiempo real, seguridad y diseño adaptable.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534436" y="5653706"/>
            <a:ext cx="5003065" cy="2189949"/>
            <a:chOff x="0" y="0"/>
            <a:chExt cx="1345610" cy="5890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5610" cy="589002"/>
            </a:xfrm>
            <a:custGeom>
              <a:avLst/>
              <a:gdLst/>
              <a:ahLst/>
              <a:cxnLst/>
              <a:rect l="l" t="t" r="r" b="b"/>
              <a:pathLst>
                <a:path w="1345610" h="589002">
                  <a:moveTo>
                    <a:pt x="57255" y="0"/>
                  </a:moveTo>
                  <a:lnTo>
                    <a:pt x="1288355" y="0"/>
                  </a:lnTo>
                  <a:cubicBezTo>
                    <a:pt x="1319976" y="0"/>
                    <a:pt x="1345610" y="25634"/>
                    <a:pt x="1345610" y="57255"/>
                  </a:cubicBezTo>
                  <a:lnTo>
                    <a:pt x="1345610" y="531747"/>
                  </a:lnTo>
                  <a:cubicBezTo>
                    <a:pt x="1345610" y="563368"/>
                    <a:pt x="1319976" y="589002"/>
                    <a:pt x="1288355" y="589002"/>
                  </a:cubicBezTo>
                  <a:lnTo>
                    <a:pt x="57255" y="589002"/>
                  </a:lnTo>
                  <a:cubicBezTo>
                    <a:pt x="25634" y="589002"/>
                    <a:pt x="0" y="563368"/>
                    <a:pt x="0" y="531747"/>
                  </a:cubicBezTo>
                  <a:lnTo>
                    <a:pt x="0" y="57255"/>
                  </a:lnTo>
                  <a:cubicBezTo>
                    <a:pt x="0" y="25634"/>
                    <a:pt x="25634" y="0"/>
                    <a:pt x="572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E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345610" cy="655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14"/>
                </a:lnSpc>
              </a:pPr>
              <a:r>
                <a:rPr lang="en-US" sz="2724" b="1" spc="-95">
                  <a:solidFill>
                    <a:srgbClr val="000000"/>
                  </a:solidFill>
                  <a:latin typeface="Articulat Bold"/>
                  <a:ea typeface="Articulat Bold"/>
                  <a:cs typeface="Articulat Bold"/>
                  <a:sym typeface="Articulat Bold"/>
                </a:rPr>
                <a:t>Metodología Propuesta</a:t>
              </a:r>
            </a:p>
            <a:p>
              <a:pPr algn="ctr">
                <a:lnSpc>
                  <a:spcPts val="3674"/>
                </a:lnSpc>
              </a:pPr>
              <a:r>
                <a:rPr lang="en-US" sz="2624" spc="-91">
                  <a:solidFill>
                    <a:srgbClr val="000000"/>
                  </a:solidFill>
                  <a:latin typeface="Articulat"/>
                  <a:ea typeface="Articulat"/>
                  <a:cs typeface="Articulat"/>
                  <a:sym typeface="Articulat"/>
                </a:rPr>
                <a:t>RUP bajo estándar IEEE 830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14178" y="8979529"/>
            <a:ext cx="12132691" cy="726642"/>
            <a:chOff x="0" y="0"/>
            <a:chExt cx="6785629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85629" cy="406400"/>
            </a:xfrm>
            <a:custGeom>
              <a:avLst/>
              <a:gdLst/>
              <a:ahLst/>
              <a:cxnLst/>
              <a:rect l="l" t="t" r="r" b="b"/>
              <a:pathLst>
                <a:path w="6785629" h="406400">
                  <a:moveTo>
                    <a:pt x="658242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582429" y="406400"/>
                  </a:lnTo>
                  <a:lnTo>
                    <a:pt x="6785629" y="203200"/>
                  </a:lnTo>
                  <a:lnTo>
                    <a:pt x="6582429" y="0"/>
                  </a:ln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100000"/>
                  </a:srgbClr>
                </a:gs>
                <a:gs pos="100000">
                  <a:srgbClr val="22307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400" y="-47625"/>
              <a:ext cx="6480829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114178" y="9116155"/>
            <a:ext cx="1257063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i="1">
                <a:solidFill>
                  <a:srgbClr val="FFFFF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Comprender la necesidad del cliente antes de construir la solución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684670" flipH="1">
            <a:off x="12742423" y="-2805418"/>
            <a:ext cx="8183362" cy="6650842"/>
          </a:xfrm>
          <a:custGeom>
            <a:avLst/>
            <a:gdLst/>
            <a:ahLst/>
            <a:cxnLst/>
            <a:rect l="l" t="t" r="r" b="b"/>
            <a:pathLst>
              <a:path w="8183362" h="6650842">
                <a:moveTo>
                  <a:pt x="8183363" y="0"/>
                </a:moveTo>
                <a:lnTo>
                  <a:pt x="0" y="0"/>
                </a:lnTo>
                <a:lnTo>
                  <a:pt x="0" y="6650842"/>
                </a:lnTo>
                <a:lnTo>
                  <a:pt x="8183363" y="6650842"/>
                </a:lnTo>
                <a:lnTo>
                  <a:pt x="81833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9013900" flipH="1">
            <a:off x="13663454" y="3703654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0892959" y="6428228"/>
            <a:ext cx="7094116" cy="3526148"/>
            <a:chOff x="0" y="0"/>
            <a:chExt cx="1321371" cy="6567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1371" cy="656791"/>
            </a:xfrm>
            <a:custGeom>
              <a:avLst/>
              <a:gdLst/>
              <a:ahLst/>
              <a:cxnLst/>
              <a:rect l="l" t="t" r="r" b="b"/>
              <a:pathLst>
                <a:path w="1321371" h="656791">
                  <a:moveTo>
                    <a:pt x="27283" y="0"/>
                  </a:moveTo>
                  <a:lnTo>
                    <a:pt x="1294088" y="0"/>
                  </a:lnTo>
                  <a:cubicBezTo>
                    <a:pt x="1301324" y="0"/>
                    <a:pt x="1308264" y="2874"/>
                    <a:pt x="1313380" y="7991"/>
                  </a:cubicBezTo>
                  <a:cubicBezTo>
                    <a:pt x="1318497" y="13108"/>
                    <a:pt x="1321371" y="20047"/>
                    <a:pt x="1321371" y="27283"/>
                  </a:cubicBezTo>
                  <a:lnTo>
                    <a:pt x="1321371" y="629508"/>
                  </a:lnTo>
                  <a:cubicBezTo>
                    <a:pt x="1321371" y="636744"/>
                    <a:pt x="1318497" y="643683"/>
                    <a:pt x="1313380" y="648800"/>
                  </a:cubicBezTo>
                  <a:cubicBezTo>
                    <a:pt x="1308264" y="653916"/>
                    <a:pt x="1301324" y="656791"/>
                    <a:pt x="1294088" y="656791"/>
                  </a:cubicBezTo>
                  <a:lnTo>
                    <a:pt x="27283" y="656791"/>
                  </a:lnTo>
                  <a:cubicBezTo>
                    <a:pt x="20047" y="656791"/>
                    <a:pt x="13108" y="653916"/>
                    <a:pt x="7991" y="648800"/>
                  </a:cubicBezTo>
                  <a:cubicBezTo>
                    <a:pt x="2874" y="643683"/>
                    <a:pt x="0" y="636744"/>
                    <a:pt x="0" y="629508"/>
                  </a:cubicBezTo>
                  <a:lnTo>
                    <a:pt x="0" y="27283"/>
                  </a:lnTo>
                  <a:cubicBezTo>
                    <a:pt x="0" y="20047"/>
                    <a:pt x="2874" y="13108"/>
                    <a:pt x="7991" y="7991"/>
                  </a:cubicBezTo>
                  <a:cubicBezTo>
                    <a:pt x="13108" y="2874"/>
                    <a:pt x="20047" y="0"/>
                    <a:pt x="27283" y="0"/>
                  </a:cubicBezTo>
                  <a:close/>
                </a:path>
              </a:pathLst>
            </a:custGeom>
            <a:solidFill>
              <a:srgbClr val="FFCA36"/>
            </a:solidFill>
            <a:ln w="66675" cap="rnd">
              <a:solidFill>
                <a:srgbClr val="AD1B45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21371" cy="68536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4411" y="286512"/>
            <a:ext cx="8580239" cy="104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5"/>
              </a:lnSpc>
              <a:spcBef>
                <a:spcPct val="0"/>
              </a:spcBef>
            </a:pPr>
            <a:r>
              <a:rPr lang="en-US" sz="54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Descripción del problema</a:t>
            </a:r>
          </a:p>
        </p:txBody>
      </p:sp>
      <p:sp>
        <p:nvSpPr>
          <p:cNvPr id="9" name="Freeform 9"/>
          <p:cNvSpPr/>
          <p:nvPr/>
        </p:nvSpPr>
        <p:spPr>
          <a:xfrm rot="1417436" flipH="1">
            <a:off x="-2740904" y="9102045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234649" y="2850331"/>
            <a:ext cx="9742719" cy="5987713"/>
          </a:xfrm>
          <a:custGeom>
            <a:avLst/>
            <a:gdLst/>
            <a:ahLst/>
            <a:cxnLst/>
            <a:rect l="l" t="t" r="r" b="b"/>
            <a:pathLst>
              <a:path w="9742719" h="5987713">
                <a:moveTo>
                  <a:pt x="0" y="0"/>
                </a:moveTo>
                <a:lnTo>
                  <a:pt x="9742719" y="0"/>
                </a:lnTo>
                <a:lnTo>
                  <a:pt x="9742719" y="5987713"/>
                </a:lnTo>
                <a:lnTo>
                  <a:pt x="0" y="5987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414411" y="5269672"/>
            <a:ext cx="2624170" cy="115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4424">
                <a:solidFill>
                  <a:srgbClr val="000001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PROBLEMA</a:t>
            </a:r>
          </a:p>
          <a:p>
            <a:pPr marL="0" lvl="0" indent="0" algn="ctr">
              <a:lnSpc>
                <a:spcPts val="3893"/>
              </a:lnSpc>
            </a:pPr>
            <a:r>
              <a:rPr lang="en-US" sz="4424">
                <a:solidFill>
                  <a:srgbClr val="000001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OBSERVADO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6632" y="5372527"/>
            <a:ext cx="2754840" cy="98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Tiempo de espera largas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67254" y="3066154"/>
            <a:ext cx="2491488" cy="1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4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Perdida de libros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4184" y="7184020"/>
            <a:ext cx="2914558" cy="161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3076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Registro manual ineficiente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92462" y="6782921"/>
            <a:ext cx="5723377" cy="270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3076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Desarrollar un sistema integral que automatice los procesos bibliotecarios, elimine las pérdida de material y optimicar los tiempos de atención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99765" y="5722786"/>
            <a:ext cx="5734340" cy="944544"/>
            <a:chOff x="0" y="0"/>
            <a:chExt cx="1068095" cy="175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8095" cy="175934"/>
            </a:xfrm>
            <a:custGeom>
              <a:avLst/>
              <a:gdLst/>
              <a:ahLst/>
              <a:cxnLst/>
              <a:rect l="l" t="t" r="r" b="b"/>
              <a:pathLst>
                <a:path w="1068095" h="175934">
                  <a:moveTo>
                    <a:pt x="33752" y="0"/>
                  </a:moveTo>
                  <a:lnTo>
                    <a:pt x="1034343" y="0"/>
                  </a:lnTo>
                  <a:cubicBezTo>
                    <a:pt x="1052984" y="0"/>
                    <a:pt x="1068095" y="15111"/>
                    <a:pt x="1068095" y="33752"/>
                  </a:cubicBezTo>
                  <a:lnTo>
                    <a:pt x="1068095" y="142181"/>
                  </a:lnTo>
                  <a:cubicBezTo>
                    <a:pt x="1068095" y="160822"/>
                    <a:pt x="1052984" y="175934"/>
                    <a:pt x="1034343" y="175934"/>
                  </a:cubicBezTo>
                  <a:lnTo>
                    <a:pt x="33752" y="175934"/>
                  </a:lnTo>
                  <a:cubicBezTo>
                    <a:pt x="15111" y="175934"/>
                    <a:pt x="0" y="160822"/>
                    <a:pt x="0" y="142181"/>
                  </a:cubicBezTo>
                  <a:lnTo>
                    <a:pt x="0" y="33752"/>
                  </a:lnTo>
                  <a:cubicBezTo>
                    <a:pt x="0" y="15111"/>
                    <a:pt x="15111" y="0"/>
                    <a:pt x="33752" y="0"/>
                  </a:cubicBezTo>
                  <a:close/>
                </a:path>
              </a:pathLst>
            </a:custGeom>
            <a:solidFill>
              <a:srgbClr val="AD1B45"/>
            </a:solidFill>
            <a:ln w="66675" cap="rnd">
              <a:solidFill>
                <a:srgbClr val="FFCA3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68095" cy="204509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962475" y="5921832"/>
            <a:ext cx="4008919" cy="589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4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Objetivo General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892959" y="1439979"/>
            <a:ext cx="7094116" cy="3526148"/>
            <a:chOff x="0" y="0"/>
            <a:chExt cx="1321371" cy="6567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21371" cy="656791"/>
            </a:xfrm>
            <a:custGeom>
              <a:avLst/>
              <a:gdLst/>
              <a:ahLst/>
              <a:cxnLst/>
              <a:rect l="l" t="t" r="r" b="b"/>
              <a:pathLst>
                <a:path w="1321371" h="656791">
                  <a:moveTo>
                    <a:pt x="27283" y="0"/>
                  </a:moveTo>
                  <a:lnTo>
                    <a:pt x="1294088" y="0"/>
                  </a:lnTo>
                  <a:cubicBezTo>
                    <a:pt x="1301324" y="0"/>
                    <a:pt x="1308264" y="2874"/>
                    <a:pt x="1313380" y="7991"/>
                  </a:cubicBezTo>
                  <a:cubicBezTo>
                    <a:pt x="1318497" y="13108"/>
                    <a:pt x="1321371" y="20047"/>
                    <a:pt x="1321371" y="27283"/>
                  </a:cubicBezTo>
                  <a:lnTo>
                    <a:pt x="1321371" y="629508"/>
                  </a:lnTo>
                  <a:cubicBezTo>
                    <a:pt x="1321371" y="636744"/>
                    <a:pt x="1318497" y="643683"/>
                    <a:pt x="1313380" y="648800"/>
                  </a:cubicBezTo>
                  <a:cubicBezTo>
                    <a:pt x="1308264" y="653916"/>
                    <a:pt x="1301324" y="656791"/>
                    <a:pt x="1294088" y="656791"/>
                  </a:cubicBezTo>
                  <a:lnTo>
                    <a:pt x="27283" y="656791"/>
                  </a:lnTo>
                  <a:cubicBezTo>
                    <a:pt x="20047" y="656791"/>
                    <a:pt x="13108" y="653916"/>
                    <a:pt x="7991" y="648800"/>
                  </a:cubicBezTo>
                  <a:cubicBezTo>
                    <a:pt x="2874" y="643683"/>
                    <a:pt x="0" y="636744"/>
                    <a:pt x="0" y="629508"/>
                  </a:cubicBezTo>
                  <a:lnTo>
                    <a:pt x="0" y="27283"/>
                  </a:lnTo>
                  <a:cubicBezTo>
                    <a:pt x="0" y="20047"/>
                    <a:pt x="2874" y="13108"/>
                    <a:pt x="7991" y="7991"/>
                  </a:cubicBezTo>
                  <a:cubicBezTo>
                    <a:pt x="13108" y="2874"/>
                    <a:pt x="20047" y="0"/>
                    <a:pt x="27283" y="0"/>
                  </a:cubicBezTo>
                  <a:close/>
                </a:path>
              </a:pathLst>
            </a:custGeom>
            <a:solidFill>
              <a:srgbClr val="AD1B45"/>
            </a:solidFill>
            <a:ln w="66675" cap="rnd">
              <a:solidFill>
                <a:srgbClr val="FFCA36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321371" cy="68536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92462" y="1794672"/>
            <a:ext cx="5723377" cy="270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Control ineficiente de inventario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Procesos manuales y desactualizados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Largas filas de espera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099765" y="734536"/>
            <a:ext cx="5734340" cy="944544"/>
            <a:chOff x="0" y="0"/>
            <a:chExt cx="1068095" cy="1759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8095" cy="175934"/>
            </a:xfrm>
            <a:custGeom>
              <a:avLst/>
              <a:gdLst/>
              <a:ahLst/>
              <a:cxnLst/>
              <a:rect l="l" t="t" r="r" b="b"/>
              <a:pathLst>
                <a:path w="1068095" h="175934">
                  <a:moveTo>
                    <a:pt x="33752" y="0"/>
                  </a:moveTo>
                  <a:lnTo>
                    <a:pt x="1034343" y="0"/>
                  </a:lnTo>
                  <a:cubicBezTo>
                    <a:pt x="1052984" y="0"/>
                    <a:pt x="1068095" y="15111"/>
                    <a:pt x="1068095" y="33752"/>
                  </a:cubicBezTo>
                  <a:lnTo>
                    <a:pt x="1068095" y="142181"/>
                  </a:lnTo>
                  <a:cubicBezTo>
                    <a:pt x="1068095" y="160822"/>
                    <a:pt x="1052984" y="175934"/>
                    <a:pt x="1034343" y="175934"/>
                  </a:cubicBezTo>
                  <a:lnTo>
                    <a:pt x="33752" y="175934"/>
                  </a:lnTo>
                  <a:cubicBezTo>
                    <a:pt x="15111" y="175934"/>
                    <a:pt x="0" y="160822"/>
                    <a:pt x="0" y="142181"/>
                  </a:cubicBezTo>
                  <a:lnTo>
                    <a:pt x="0" y="33752"/>
                  </a:lnTo>
                  <a:cubicBezTo>
                    <a:pt x="0" y="15111"/>
                    <a:pt x="15111" y="0"/>
                    <a:pt x="33752" y="0"/>
                  </a:cubicBezTo>
                  <a:close/>
                </a:path>
              </a:pathLst>
            </a:custGeom>
            <a:solidFill>
              <a:srgbClr val="FFCA36"/>
            </a:solidFill>
            <a:ln w="66675" cap="rnd">
              <a:solidFill>
                <a:srgbClr val="AD1B45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068095" cy="204509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962475" y="850934"/>
            <a:ext cx="4008919" cy="589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4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Contexto Actual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87075" y="8244129"/>
            <a:ext cx="4178702" cy="1178827"/>
            <a:chOff x="0" y="0"/>
            <a:chExt cx="802709" cy="2264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2709" cy="226447"/>
            </a:xfrm>
            <a:custGeom>
              <a:avLst/>
              <a:gdLst/>
              <a:ahLst/>
              <a:cxnLst/>
              <a:rect l="l" t="t" r="r" b="b"/>
              <a:pathLst>
                <a:path w="802709" h="226447">
                  <a:moveTo>
                    <a:pt x="46318" y="0"/>
                  </a:moveTo>
                  <a:lnTo>
                    <a:pt x="756392" y="0"/>
                  </a:lnTo>
                  <a:cubicBezTo>
                    <a:pt x="768676" y="0"/>
                    <a:pt x="780457" y="4880"/>
                    <a:pt x="789143" y="13566"/>
                  </a:cubicBezTo>
                  <a:cubicBezTo>
                    <a:pt x="797830" y="22252"/>
                    <a:pt x="802709" y="34034"/>
                    <a:pt x="802709" y="46318"/>
                  </a:cubicBezTo>
                  <a:lnTo>
                    <a:pt x="802709" y="180130"/>
                  </a:lnTo>
                  <a:cubicBezTo>
                    <a:pt x="802709" y="205710"/>
                    <a:pt x="781972" y="226447"/>
                    <a:pt x="756392" y="226447"/>
                  </a:cubicBezTo>
                  <a:lnTo>
                    <a:pt x="46318" y="226447"/>
                  </a:lnTo>
                  <a:cubicBezTo>
                    <a:pt x="34034" y="226447"/>
                    <a:pt x="22252" y="221567"/>
                    <a:pt x="13566" y="212881"/>
                  </a:cubicBezTo>
                  <a:cubicBezTo>
                    <a:pt x="4880" y="204195"/>
                    <a:pt x="0" y="192414"/>
                    <a:pt x="0" y="180130"/>
                  </a:cubicBezTo>
                  <a:lnTo>
                    <a:pt x="0" y="46318"/>
                  </a:lnTo>
                  <a:cubicBezTo>
                    <a:pt x="0" y="34034"/>
                    <a:pt x="4880" y="22252"/>
                    <a:pt x="13566" y="13566"/>
                  </a:cubicBezTo>
                  <a:cubicBezTo>
                    <a:pt x="22252" y="4880"/>
                    <a:pt x="34034" y="0"/>
                    <a:pt x="46318" y="0"/>
                  </a:cubicBezTo>
                  <a:close/>
                </a:path>
              </a:pathLst>
            </a:custGeom>
            <a:solidFill>
              <a:srgbClr val="E2E3E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02709" cy="255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417436" flipH="1">
            <a:off x="-2730966" y="7614050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-9013900" flipH="1">
            <a:off x="15582642" y="-1610553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559524" y="1924037"/>
            <a:ext cx="4769376" cy="6671449"/>
          </a:xfrm>
          <a:custGeom>
            <a:avLst/>
            <a:gdLst/>
            <a:ahLst/>
            <a:cxnLst/>
            <a:rect l="l" t="t" r="r" b="b"/>
            <a:pathLst>
              <a:path w="4769376" h="6671449">
                <a:moveTo>
                  <a:pt x="0" y="0"/>
                </a:moveTo>
                <a:lnTo>
                  <a:pt x="4769376" y="0"/>
                </a:lnTo>
                <a:lnTo>
                  <a:pt x="4769376" y="6671449"/>
                </a:lnTo>
                <a:lnTo>
                  <a:pt x="0" y="6671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5890875" y="2235514"/>
            <a:ext cx="4448854" cy="1178827"/>
            <a:chOff x="0" y="0"/>
            <a:chExt cx="854605" cy="2264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4605" cy="226447"/>
            </a:xfrm>
            <a:custGeom>
              <a:avLst/>
              <a:gdLst/>
              <a:ahLst/>
              <a:cxnLst/>
              <a:rect l="l" t="t" r="r" b="b"/>
              <a:pathLst>
                <a:path w="854605" h="226447">
                  <a:moveTo>
                    <a:pt x="43505" y="0"/>
                  </a:moveTo>
                  <a:lnTo>
                    <a:pt x="811099" y="0"/>
                  </a:lnTo>
                  <a:cubicBezTo>
                    <a:pt x="835127" y="0"/>
                    <a:pt x="854605" y="19478"/>
                    <a:pt x="854605" y="43505"/>
                  </a:cubicBezTo>
                  <a:lnTo>
                    <a:pt x="854605" y="182942"/>
                  </a:lnTo>
                  <a:cubicBezTo>
                    <a:pt x="854605" y="206969"/>
                    <a:pt x="835127" y="226447"/>
                    <a:pt x="811099" y="226447"/>
                  </a:cubicBezTo>
                  <a:lnTo>
                    <a:pt x="43505" y="226447"/>
                  </a:lnTo>
                  <a:cubicBezTo>
                    <a:pt x="19478" y="226447"/>
                    <a:pt x="0" y="206969"/>
                    <a:pt x="0" y="182942"/>
                  </a:cubicBezTo>
                  <a:lnTo>
                    <a:pt x="0" y="43505"/>
                  </a:lnTo>
                  <a:cubicBezTo>
                    <a:pt x="0" y="19478"/>
                    <a:pt x="19478" y="0"/>
                    <a:pt x="43505" y="0"/>
                  </a:cubicBezTo>
                  <a:close/>
                </a:path>
              </a:pathLst>
            </a:custGeom>
            <a:solidFill>
              <a:srgbClr val="43C29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54605" cy="255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96261" y="2161390"/>
            <a:ext cx="3888887" cy="1030451"/>
            <a:chOff x="0" y="0"/>
            <a:chExt cx="854605" cy="2264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4605" cy="226447"/>
            </a:xfrm>
            <a:custGeom>
              <a:avLst/>
              <a:gdLst/>
              <a:ahLst/>
              <a:cxnLst/>
              <a:rect l="l" t="t" r="r" b="b"/>
              <a:pathLst>
                <a:path w="854605" h="226447">
                  <a:moveTo>
                    <a:pt x="49770" y="0"/>
                  </a:moveTo>
                  <a:lnTo>
                    <a:pt x="804835" y="0"/>
                  </a:lnTo>
                  <a:cubicBezTo>
                    <a:pt x="818035" y="0"/>
                    <a:pt x="830694" y="5244"/>
                    <a:pt x="840027" y="14577"/>
                  </a:cubicBezTo>
                  <a:cubicBezTo>
                    <a:pt x="849361" y="23911"/>
                    <a:pt x="854605" y="36570"/>
                    <a:pt x="854605" y="49770"/>
                  </a:cubicBezTo>
                  <a:lnTo>
                    <a:pt x="854605" y="176678"/>
                  </a:lnTo>
                  <a:cubicBezTo>
                    <a:pt x="854605" y="189878"/>
                    <a:pt x="849361" y="202537"/>
                    <a:pt x="840027" y="211870"/>
                  </a:cubicBezTo>
                  <a:cubicBezTo>
                    <a:pt x="830694" y="221204"/>
                    <a:pt x="818035" y="226447"/>
                    <a:pt x="804835" y="226447"/>
                  </a:cubicBezTo>
                  <a:lnTo>
                    <a:pt x="49770" y="226447"/>
                  </a:lnTo>
                  <a:cubicBezTo>
                    <a:pt x="36570" y="226447"/>
                    <a:pt x="23911" y="221204"/>
                    <a:pt x="14577" y="211870"/>
                  </a:cubicBezTo>
                  <a:cubicBezTo>
                    <a:pt x="5244" y="202537"/>
                    <a:pt x="0" y="189878"/>
                    <a:pt x="0" y="176678"/>
                  </a:cubicBezTo>
                  <a:lnTo>
                    <a:pt x="0" y="49770"/>
                  </a:lnTo>
                  <a:cubicBezTo>
                    <a:pt x="0" y="36570"/>
                    <a:pt x="5244" y="23911"/>
                    <a:pt x="14577" y="14577"/>
                  </a:cubicBezTo>
                  <a:cubicBezTo>
                    <a:pt x="23911" y="5244"/>
                    <a:pt x="36570" y="0"/>
                    <a:pt x="49770" y="0"/>
                  </a:cubicBezTo>
                  <a:close/>
                </a:path>
              </a:pathLst>
            </a:custGeom>
            <a:solidFill>
              <a:srgbClr val="F9DA4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54605" cy="255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90875" y="3581746"/>
            <a:ext cx="4448854" cy="4890701"/>
            <a:chOff x="0" y="0"/>
            <a:chExt cx="828657" cy="9109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8657" cy="910957"/>
            </a:xfrm>
            <a:custGeom>
              <a:avLst/>
              <a:gdLst/>
              <a:ahLst/>
              <a:cxnLst/>
              <a:rect l="l" t="t" r="r" b="b"/>
              <a:pathLst>
                <a:path w="828657" h="910957">
                  <a:moveTo>
                    <a:pt x="43505" y="0"/>
                  </a:moveTo>
                  <a:lnTo>
                    <a:pt x="785152" y="0"/>
                  </a:lnTo>
                  <a:cubicBezTo>
                    <a:pt x="809179" y="0"/>
                    <a:pt x="828657" y="19478"/>
                    <a:pt x="828657" y="43505"/>
                  </a:cubicBezTo>
                  <a:lnTo>
                    <a:pt x="828657" y="867452"/>
                  </a:lnTo>
                  <a:cubicBezTo>
                    <a:pt x="828657" y="891479"/>
                    <a:pt x="809179" y="910957"/>
                    <a:pt x="785152" y="910957"/>
                  </a:cubicBezTo>
                  <a:lnTo>
                    <a:pt x="43505" y="910957"/>
                  </a:lnTo>
                  <a:cubicBezTo>
                    <a:pt x="19478" y="910957"/>
                    <a:pt x="0" y="891479"/>
                    <a:pt x="0" y="867452"/>
                  </a:cubicBezTo>
                  <a:lnTo>
                    <a:pt x="0" y="43505"/>
                  </a:lnTo>
                  <a:cubicBezTo>
                    <a:pt x="0" y="19478"/>
                    <a:pt x="19478" y="0"/>
                    <a:pt x="4350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828657" cy="93953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96261" y="3507621"/>
            <a:ext cx="3888887" cy="4953386"/>
            <a:chOff x="0" y="0"/>
            <a:chExt cx="841931" cy="10723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1931" cy="1072391"/>
            </a:xfrm>
            <a:custGeom>
              <a:avLst/>
              <a:gdLst/>
              <a:ahLst/>
              <a:cxnLst/>
              <a:rect l="l" t="t" r="r" b="b"/>
              <a:pathLst>
                <a:path w="841931" h="1072391">
                  <a:moveTo>
                    <a:pt x="49770" y="0"/>
                  </a:moveTo>
                  <a:lnTo>
                    <a:pt x="792161" y="0"/>
                  </a:lnTo>
                  <a:cubicBezTo>
                    <a:pt x="805361" y="0"/>
                    <a:pt x="818020" y="5244"/>
                    <a:pt x="827354" y="14577"/>
                  </a:cubicBezTo>
                  <a:cubicBezTo>
                    <a:pt x="836687" y="23911"/>
                    <a:pt x="841931" y="36570"/>
                    <a:pt x="841931" y="49770"/>
                  </a:cubicBezTo>
                  <a:lnTo>
                    <a:pt x="841931" y="1022622"/>
                  </a:lnTo>
                  <a:cubicBezTo>
                    <a:pt x="841931" y="1035822"/>
                    <a:pt x="836687" y="1048481"/>
                    <a:pt x="827354" y="1057814"/>
                  </a:cubicBezTo>
                  <a:cubicBezTo>
                    <a:pt x="818020" y="1067148"/>
                    <a:pt x="805361" y="1072391"/>
                    <a:pt x="792161" y="1072391"/>
                  </a:cubicBezTo>
                  <a:lnTo>
                    <a:pt x="49770" y="1072391"/>
                  </a:lnTo>
                  <a:cubicBezTo>
                    <a:pt x="36570" y="1072391"/>
                    <a:pt x="23911" y="1067148"/>
                    <a:pt x="14577" y="1057814"/>
                  </a:cubicBezTo>
                  <a:cubicBezTo>
                    <a:pt x="5244" y="1048481"/>
                    <a:pt x="0" y="1035822"/>
                    <a:pt x="0" y="1022622"/>
                  </a:cubicBezTo>
                  <a:lnTo>
                    <a:pt x="0" y="49770"/>
                  </a:lnTo>
                  <a:cubicBezTo>
                    <a:pt x="0" y="36570"/>
                    <a:pt x="5244" y="23911"/>
                    <a:pt x="14577" y="14577"/>
                  </a:cubicBezTo>
                  <a:cubicBezTo>
                    <a:pt x="23911" y="5244"/>
                    <a:pt x="36570" y="0"/>
                    <a:pt x="4977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841931" cy="1100966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442731">
            <a:off x="11698106" y="8186029"/>
            <a:ext cx="1543736" cy="549956"/>
          </a:xfrm>
          <a:custGeom>
            <a:avLst/>
            <a:gdLst/>
            <a:ahLst/>
            <a:cxnLst/>
            <a:rect l="l" t="t" r="r" b="b"/>
            <a:pathLst>
              <a:path w="1543736" h="549956">
                <a:moveTo>
                  <a:pt x="0" y="0"/>
                </a:moveTo>
                <a:lnTo>
                  <a:pt x="1543736" y="0"/>
                </a:lnTo>
                <a:lnTo>
                  <a:pt x="1543736" y="549956"/>
                </a:lnTo>
                <a:lnTo>
                  <a:pt x="0" y="549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 rot="-442731">
            <a:off x="7260379" y="8275875"/>
            <a:ext cx="1794311" cy="639223"/>
          </a:xfrm>
          <a:custGeom>
            <a:avLst/>
            <a:gdLst/>
            <a:ahLst/>
            <a:cxnLst/>
            <a:rect l="l" t="t" r="r" b="b"/>
            <a:pathLst>
              <a:path w="1794311" h="639223">
                <a:moveTo>
                  <a:pt x="0" y="0"/>
                </a:moveTo>
                <a:lnTo>
                  <a:pt x="1794310" y="0"/>
                </a:lnTo>
                <a:lnTo>
                  <a:pt x="1794310" y="639223"/>
                </a:lnTo>
                <a:lnTo>
                  <a:pt x="0" y="63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9203588" y="2428340"/>
            <a:ext cx="848694" cy="793175"/>
          </a:xfrm>
          <a:custGeom>
            <a:avLst/>
            <a:gdLst/>
            <a:ahLst/>
            <a:cxnLst/>
            <a:rect l="l" t="t" r="r" b="b"/>
            <a:pathLst>
              <a:path w="848694" h="793175">
                <a:moveTo>
                  <a:pt x="0" y="0"/>
                </a:moveTo>
                <a:lnTo>
                  <a:pt x="848694" y="0"/>
                </a:lnTo>
                <a:lnTo>
                  <a:pt x="848694" y="793176"/>
                </a:lnTo>
                <a:lnTo>
                  <a:pt x="0" y="793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TextBox 24"/>
          <p:cNvSpPr txBox="1"/>
          <p:nvPr/>
        </p:nvSpPr>
        <p:spPr>
          <a:xfrm>
            <a:off x="5933107" y="4075988"/>
            <a:ext cx="4448854" cy="416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Prestamos y devoluciones automatizadas vinculadas al RUT.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Catálogo online auto reponsive en tiempo real.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Gestión de inventario centralizada.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Generación de reportes estadísticos y de morosidad.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560780" y="4209019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3" y="0"/>
                </a:lnTo>
                <a:lnTo>
                  <a:pt x="251843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1674312" y="719442"/>
            <a:ext cx="13994457" cy="10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5"/>
              </a:lnSpc>
              <a:spcBef>
                <a:spcPct val="0"/>
              </a:spcBef>
            </a:pPr>
            <a:r>
              <a:rPr lang="en-US" sz="53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Alcance del sistema y perfiles de usuarios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12623" y="4104632"/>
            <a:ext cx="3572525" cy="23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36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Pasarela de pagos para multas con tarjeta de credito/ debito</a:t>
            </a:r>
          </a:p>
          <a:p>
            <a:pPr algn="l">
              <a:lnSpc>
                <a:spcPts val="3131"/>
              </a:lnSpc>
            </a:pPr>
            <a:r>
              <a:rPr lang="en-US" sz="2236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Compras automatizadas o integración con proveedores externos.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25952" y="2569570"/>
            <a:ext cx="4178702" cy="52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3490">
                <a:solidFill>
                  <a:srgbClr val="FFFFFF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ALCANCE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14336" y="2454598"/>
            <a:ext cx="3652738" cy="45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3051">
                <a:solidFill>
                  <a:srgbClr val="000001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FUERA DEL ALCANCE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560780" y="5379751"/>
            <a:ext cx="251842" cy="251842"/>
          </a:xfrm>
          <a:custGeom>
            <a:avLst/>
            <a:gdLst/>
            <a:ahLst/>
            <a:cxnLst/>
            <a:rect l="l" t="t" r="r" b="b"/>
            <a:pathLst>
              <a:path w="251842" h="251842">
                <a:moveTo>
                  <a:pt x="0" y="0"/>
                </a:moveTo>
                <a:lnTo>
                  <a:pt x="251843" y="0"/>
                </a:lnTo>
                <a:lnTo>
                  <a:pt x="251843" y="251842"/>
                </a:lnTo>
                <a:lnTo>
                  <a:pt x="0" y="251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1" name="Group 31"/>
          <p:cNvGrpSpPr/>
          <p:nvPr/>
        </p:nvGrpSpPr>
        <p:grpSpPr>
          <a:xfrm>
            <a:off x="14832823" y="2161390"/>
            <a:ext cx="2486641" cy="1178827"/>
            <a:chOff x="0" y="0"/>
            <a:chExt cx="477672" cy="2264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7672" cy="226447"/>
            </a:xfrm>
            <a:custGeom>
              <a:avLst/>
              <a:gdLst/>
              <a:ahLst/>
              <a:cxnLst/>
              <a:rect l="l" t="t" r="r" b="b"/>
              <a:pathLst>
                <a:path w="477672" h="226447">
                  <a:moveTo>
                    <a:pt x="77835" y="0"/>
                  </a:moveTo>
                  <a:lnTo>
                    <a:pt x="399837" y="0"/>
                  </a:lnTo>
                  <a:cubicBezTo>
                    <a:pt x="420480" y="0"/>
                    <a:pt x="440278" y="8200"/>
                    <a:pt x="454875" y="22797"/>
                  </a:cubicBezTo>
                  <a:cubicBezTo>
                    <a:pt x="469472" y="37394"/>
                    <a:pt x="477672" y="57192"/>
                    <a:pt x="477672" y="77835"/>
                  </a:cubicBezTo>
                  <a:lnTo>
                    <a:pt x="477672" y="148612"/>
                  </a:lnTo>
                  <a:cubicBezTo>
                    <a:pt x="477672" y="191599"/>
                    <a:pt x="442824" y="226447"/>
                    <a:pt x="399837" y="226447"/>
                  </a:cubicBezTo>
                  <a:lnTo>
                    <a:pt x="77835" y="226447"/>
                  </a:lnTo>
                  <a:cubicBezTo>
                    <a:pt x="57192" y="226447"/>
                    <a:pt x="37394" y="218247"/>
                    <a:pt x="22797" y="203650"/>
                  </a:cubicBezTo>
                  <a:cubicBezTo>
                    <a:pt x="8200" y="189053"/>
                    <a:pt x="0" y="169255"/>
                    <a:pt x="0" y="148612"/>
                  </a:cubicBezTo>
                  <a:lnTo>
                    <a:pt x="0" y="77835"/>
                  </a:lnTo>
                  <a:cubicBezTo>
                    <a:pt x="0" y="57192"/>
                    <a:pt x="8200" y="37394"/>
                    <a:pt x="22797" y="22797"/>
                  </a:cubicBezTo>
                  <a:cubicBezTo>
                    <a:pt x="37394" y="8200"/>
                    <a:pt x="57192" y="0"/>
                    <a:pt x="77835" y="0"/>
                  </a:cubicBezTo>
                  <a:close/>
                </a:path>
              </a:pathLst>
            </a:custGeom>
            <a:solidFill>
              <a:srgbClr val="43C29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477672" cy="25502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marL="0" lvl="0" indent="0"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986792" y="2313371"/>
            <a:ext cx="4178702" cy="9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3490">
                <a:solidFill>
                  <a:srgbClr val="FFFFFF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MODULOS</a:t>
            </a:r>
          </a:p>
          <a:p>
            <a:pPr algn="ctr">
              <a:lnSpc>
                <a:spcPts val="3071"/>
              </a:lnSpc>
            </a:pPr>
            <a:r>
              <a:rPr lang="en-US" sz="3490">
                <a:solidFill>
                  <a:srgbClr val="FFFFFF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INICIALES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4672287" y="3538964"/>
            <a:ext cx="3136315" cy="4890701"/>
            <a:chOff x="0" y="0"/>
            <a:chExt cx="584180" cy="9109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84180" cy="910957"/>
            </a:xfrm>
            <a:custGeom>
              <a:avLst/>
              <a:gdLst/>
              <a:ahLst/>
              <a:cxnLst/>
              <a:rect l="l" t="t" r="r" b="b"/>
              <a:pathLst>
                <a:path w="584180" h="910957">
                  <a:moveTo>
                    <a:pt x="61712" y="0"/>
                  </a:moveTo>
                  <a:lnTo>
                    <a:pt x="522468" y="0"/>
                  </a:lnTo>
                  <a:cubicBezTo>
                    <a:pt x="538835" y="0"/>
                    <a:pt x="554531" y="6502"/>
                    <a:pt x="566105" y="18075"/>
                  </a:cubicBezTo>
                  <a:cubicBezTo>
                    <a:pt x="577678" y="29648"/>
                    <a:pt x="584180" y="45345"/>
                    <a:pt x="584180" y="61712"/>
                  </a:cubicBezTo>
                  <a:lnTo>
                    <a:pt x="584180" y="849245"/>
                  </a:lnTo>
                  <a:cubicBezTo>
                    <a:pt x="584180" y="865612"/>
                    <a:pt x="577678" y="881309"/>
                    <a:pt x="566105" y="892882"/>
                  </a:cubicBezTo>
                  <a:cubicBezTo>
                    <a:pt x="554531" y="904455"/>
                    <a:pt x="538835" y="910957"/>
                    <a:pt x="522468" y="910957"/>
                  </a:cubicBezTo>
                  <a:lnTo>
                    <a:pt x="61712" y="910957"/>
                  </a:lnTo>
                  <a:cubicBezTo>
                    <a:pt x="45345" y="910957"/>
                    <a:pt x="29648" y="904455"/>
                    <a:pt x="18075" y="892882"/>
                  </a:cubicBezTo>
                  <a:cubicBezTo>
                    <a:pt x="6502" y="881309"/>
                    <a:pt x="0" y="865612"/>
                    <a:pt x="0" y="849245"/>
                  </a:cubicBezTo>
                  <a:lnTo>
                    <a:pt x="0" y="61712"/>
                  </a:lnTo>
                  <a:cubicBezTo>
                    <a:pt x="0" y="45345"/>
                    <a:pt x="6502" y="29648"/>
                    <a:pt x="18075" y="18075"/>
                  </a:cubicBezTo>
                  <a:cubicBezTo>
                    <a:pt x="29648" y="6502"/>
                    <a:pt x="45345" y="0"/>
                    <a:pt x="6171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584180" cy="93953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85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832823" y="4066463"/>
            <a:ext cx="2646625" cy="350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Gestión de usuario</a:t>
            </a: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Gestión de inventario y catálogo</a:t>
            </a: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Préstamos y devoluciones</a:t>
            </a: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 b="1">
                <a:solidFill>
                  <a:srgbClr val="000001"/>
                </a:solidFill>
                <a:latin typeface="Nunito Bold"/>
                <a:ea typeface="Nunito Bold"/>
                <a:cs typeface="Nunito Bold"/>
                <a:sym typeface="Nunito Bold"/>
              </a:rPr>
              <a:t>Reportes y estadísticas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7075" y="8744963"/>
            <a:ext cx="4178702" cy="51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3490">
                <a:solidFill>
                  <a:srgbClr val="000000"/>
                </a:solidFill>
                <a:latin typeface="TAN Tangkiwood"/>
                <a:ea typeface="TAN Tangkiwood"/>
                <a:cs typeface="TAN Tangkiwood"/>
                <a:sym typeface="TAN Tangkiwood"/>
              </a:rPr>
              <a:t>USUARIOS DEL SISTEMA</a:t>
            </a:r>
          </a:p>
        </p:txBody>
      </p:sp>
      <p:sp>
        <p:nvSpPr>
          <p:cNvPr id="40" name="Freeform 40"/>
          <p:cNvSpPr/>
          <p:nvPr/>
        </p:nvSpPr>
        <p:spPr>
          <a:xfrm rot="-442731">
            <a:off x="15431371" y="8201750"/>
            <a:ext cx="1794311" cy="639223"/>
          </a:xfrm>
          <a:custGeom>
            <a:avLst/>
            <a:gdLst/>
            <a:ahLst/>
            <a:cxnLst/>
            <a:rect l="l" t="t" r="r" b="b"/>
            <a:pathLst>
              <a:path w="1794311" h="639223">
                <a:moveTo>
                  <a:pt x="0" y="0"/>
                </a:moveTo>
                <a:lnTo>
                  <a:pt x="1794311" y="0"/>
                </a:lnTo>
                <a:lnTo>
                  <a:pt x="1794311" y="639223"/>
                </a:lnTo>
                <a:lnTo>
                  <a:pt x="0" y="63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1693650" y="6301245"/>
            <a:ext cx="6405611" cy="3466475"/>
            <a:chOff x="0" y="0"/>
            <a:chExt cx="1722834" cy="932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2835" cy="932333"/>
            </a:xfrm>
            <a:custGeom>
              <a:avLst/>
              <a:gdLst/>
              <a:ahLst/>
              <a:cxnLst/>
              <a:rect l="l" t="t" r="r" b="b"/>
              <a:pathLst>
                <a:path w="1722835" h="932333">
                  <a:moveTo>
                    <a:pt x="44719" y="0"/>
                  </a:moveTo>
                  <a:lnTo>
                    <a:pt x="1678116" y="0"/>
                  </a:lnTo>
                  <a:cubicBezTo>
                    <a:pt x="1689976" y="0"/>
                    <a:pt x="1701350" y="4711"/>
                    <a:pt x="1709737" y="13098"/>
                  </a:cubicBezTo>
                  <a:cubicBezTo>
                    <a:pt x="1718123" y="21484"/>
                    <a:pt x="1722835" y="32859"/>
                    <a:pt x="1722835" y="44719"/>
                  </a:cubicBezTo>
                  <a:lnTo>
                    <a:pt x="1722835" y="887614"/>
                  </a:lnTo>
                  <a:cubicBezTo>
                    <a:pt x="1722835" y="899474"/>
                    <a:pt x="1718123" y="910849"/>
                    <a:pt x="1709737" y="919235"/>
                  </a:cubicBezTo>
                  <a:cubicBezTo>
                    <a:pt x="1701350" y="927622"/>
                    <a:pt x="1689976" y="932333"/>
                    <a:pt x="1678116" y="932333"/>
                  </a:cubicBezTo>
                  <a:lnTo>
                    <a:pt x="44719" y="932333"/>
                  </a:lnTo>
                  <a:cubicBezTo>
                    <a:pt x="32859" y="932333"/>
                    <a:pt x="21484" y="927622"/>
                    <a:pt x="13098" y="919235"/>
                  </a:cubicBezTo>
                  <a:cubicBezTo>
                    <a:pt x="4711" y="910849"/>
                    <a:pt x="0" y="899474"/>
                    <a:pt x="0" y="887614"/>
                  </a:cubicBezTo>
                  <a:lnTo>
                    <a:pt x="0" y="44719"/>
                  </a:lnTo>
                  <a:cubicBezTo>
                    <a:pt x="0" y="32859"/>
                    <a:pt x="4711" y="21484"/>
                    <a:pt x="13098" y="13098"/>
                  </a:cubicBezTo>
                  <a:cubicBezTo>
                    <a:pt x="21484" y="4711"/>
                    <a:pt x="32859" y="0"/>
                    <a:pt x="447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90000"/>
                  </a:srgbClr>
                </a:gs>
                <a:gs pos="100000">
                  <a:srgbClr val="223079">
                    <a:alpha val="90000"/>
                  </a:srgbClr>
                </a:gs>
              </a:gsLst>
              <a:lin ang="0"/>
            </a:gradFill>
            <a:ln w="66675" cap="rnd">
              <a:solidFill>
                <a:srgbClr val="FFFFFF">
                  <a:alpha val="8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722834" cy="999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800427" y="7181028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0" y="0"/>
                </a:moveTo>
                <a:lnTo>
                  <a:pt x="6704768" y="0"/>
                </a:lnTo>
                <a:lnTo>
                  <a:pt x="6704768" y="5449148"/>
                </a:lnTo>
                <a:lnTo>
                  <a:pt x="0" y="544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-2217195" y="-2343176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478443" y="6301245"/>
            <a:ext cx="6302959" cy="3466913"/>
            <a:chOff x="0" y="0"/>
            <a:chExt cx="1695225" cy="9324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5225" cy="932451"/>
            </a:xfrm>
            <a:custGeom>
              <a:avLst/>
              <a:gdLst/>
              <a:ahLst/>
              <a:cxnLst/>
              <a:rect l="l" t="t" r="r" b="b"/>
              <a:pathLst>
                <a:path w="1695225" h="932451">
                  <a:moveTo>
                    <a:pt x="45447" y="0"/>
                  </a:moveTo>
                  <a:lnTo>
                    <a:pt x="1649778" y="0"/>
                  </a:lnTo>
                  <a:cubicBezTo>
                    <a:pt x="1674878" y="0"/>
                    <a:pt x="1695225" y="20347"/>
                    <a:pt x="1695225" y="45447"/>
                  </a:cubicBezTo>
                  <a:lnTo>
                    <a:pt x="1695225" y="887004"/>
                  </a:lnTo>
                  <a:cubicBezTo>
                    <a:pt x="1695225" y="912103"/>
                    <a:pt x="1674878" y="932451"/>
                    <a:pt x="1649778" y="932451"/>
                  </a:cubicBezTo>
                  <a:lnTo>
                    <a:pt x="45447" y="932451"/>
                  </a:lnTo>
                  <a:cubicBezTo>
                    <a:pt x="33394" y="932451"/>
                    <a:pt x="21834" y="927663"/>
                    <a:pt x="13311" y="919140"/>
                  </a:cubicBezTo>
                  <a:cubicBezTo>
                    <a:pt x="4788" y="910617"/>
                    <a:pt x="0" y="899057"/>
                    <a:pt x="0" y="887004"/>
                  </a:cubicBezTo>
                  <a:lnTo>
                    <a:pt x="0" y="45447"/>
                  </a:lnTo>
                  <a:cubicBezTo>
                    <a:pt x="0" y="20347"/>
                    <a:pt x="20347" y="0"/>
                    <a:pt x="454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100000"/>
                  </a:srgbClr>
                </a:gs>
                <a:gs pos="100000">
                  <a:srgbClr val="223079">
                    <a:alpha val="100000"/>
                  </a:srgbClr>
                </a:gs>
              </a:gsLst>
              <a:lin ang="0"/>
            </a:gradFill>
            <a:ln w="666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695225" cy="999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56361" y="1650743"/>
            <a:ext cx="17021611" cy="4418726"/>
          </a:xfrm>
          <a:custGeom>
            <a:avLst/>
            <a:gdLst/>
            <a:ahLst/>
            <a:cxnLst/>
            <a:rect l="l" t="t" r="r" b="b"/>
            <a:pathLst>
              <a:path w="17021611" h="4418726">
                <a:moveTo>
                  <a:pt x="0" y="0"/>
                </a:moveTo>
                <a:lnTo>
                  <a:pt x="17021611" y="0"/>
                </a:lnTo>
                <a:lnTo>
                  <a:pt x="17021611" y="4418725"/>
                </a:lnTo>
                <a:lnTo>
                  <a:pt x="0" y="44187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0" r="-52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438375" y="149492"/>
            <a:ext cx="9619893" cy="104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5"/>
              </a:lnSpc>
              <a:spcBef>
                <a:spcPct val="0"/>
              </a:spcBef>
            </a:pPr>
            <a:r>
              <a:rPr lang="en-US" sz="54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Metodología Propuesta RUP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11342" y="258927"/>
            <a:ext cx="7297088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4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1641" b="1" spc="-57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Rational Unified Process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1941" b="1" spc="-67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Desarrollo iterativo, incremental y centrado en la arquitectura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6361" y="6391064"/>
            <a:ext cx="5547122" cy="283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  <a:spcBef>
                <a:spcPct val="0"/>
              </a:spcBef>
            </a:pPr>
            <a:r>
              <a:rPr lang="en-US" sz="2924" spc="-102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¿Por qué RUP?</a:t>
            </a:r>
          </a:p>
          <a:p>
            <a:pPr algn="l">
              <a:lnSpc>
                <a:spcPts val="4094"/>
              </a:lnSpc>
              <a:spcBef>
                <a:spcPct val="0"/>
              </a:spcBef>
            </a:pPr>
            <a:endParaRPr lang="en-US" sz="2924" spc="-102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• Estructura rigurosa y procesos estables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• Minimización de riesgos técnicos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• Manejo seguro de datos sensibles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• Garantiza reportes específicos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82389" y="6393318"/>
            <a:ext cx="6028134" cy="323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4"/>
              </a:lnSpc>
              <a:spcBef>
                <a:spcPct val="0"/>
              </a:spcBef>
            </a:pPr>
            <a:r>
              <a:rPr lang="en-US" sz="2924" spc="-102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rPr>
              <a:t>Fases del Proyecto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endParaRPr lang="en-US" sz="2924" spc="-102">
              <a:solidFill>
                <a:srgbClr val="FFFFFF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1. Inicio: Definir viabilidad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2. Elaboración: Arquitectura base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3. Construcción: Desarrollo iterativo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4. Transición: Validación y puesta en marcha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2488047" y="2227138"/>
            <a:ext cx="13311905" cy="7445642"/>
          </a:xfrm>
          <a:custGeom>
            <a:avLst/>
            <a:gdLst/>
            <a:ahLst/>
            <a:cxnLst/>
            <a:rect l="l" t="t" r="r" b="b"/>
            <a:pathLst>
              <a:path w="13311905" h="7445642">
                <a:moveTo>
                  <a:pt x="0" y="0"/>
                </a:moveTo>
                <a:lnTo>
                  <a:pt x="13311906" y="0"/>
                </a:lnTo>
                <a:lnTo>
                  <a:pt x="13311906" y="7445642"/>
                </a:lnTo>
                <a:lnTo>
                  <a:pt x="0" y="744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861118" y="719442"/>
            <a:ext cx="9620845" cy="10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5"/>
              </a:lnSpc>
              <a:spcBef>
                <a:spcPct val="0"/>
              </a:spcBef>
            </a:pPr>
            <a:r>
              <a:rPr lang="en-US" sz="53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 Requerimientos Funcionales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291" y="-633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5396685" y="5978907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flipH="1">
            <a:off x="-2217195" y="-2343176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028700" y="2187365"/>
            <a:ext cx="6560565" cy="2491251"/>
            <a:chOff x="0" y="0"/>
            <a:chExt cx="1764510" cy="670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64510" cy="670040"/>
            </a:xfrm>
            <a:custGeom>
              <a:avLst/>
              <a:gdLst/>
              <a:ahLst/>
              <a:cxnLst/>
              <a:rect l="l" t="t" r="r" b="b"/>
              <a:pathLst>
                <a:path w="1764510" h="670040">
                  <a:moveTo>
                    <a:pt x="43663" y="0"/>
                  </a:moveTo>
                  <a:lnTo>
                    <a:pt x="1720848" y="0"/>
                  </a:lnTo>
                  <a:cubicBezTo>
                    <a:pt x="1744962" y="0"/>
                    <a:pt x="1764510" y="19548"/>
                    <a:pt x="1764510" y="43663"/>
                  </a:cubicBezTo>
                  <a:lnTo>
                    <a:pt x="1764510" y="626377"/>
                  </a:lnTo>
                  <a:cubicBezTo>
                    <a:pt x="1764510" y="650491"/>
                    <a:pt x="1744962" y="670040"/>
                    <a:pt x="1720848" y="670040"/>
                  </a:cubicBezTo>
                  <a:lnTo>
                    <a:pt x="43663" y="670040"/>
                  </a:lnTo>
                  <a:cubicBezTo>
                    <a:pt x="19548" y="670040"/>
                    <a:pt x="0" y="650491"/>
                    <a:pt x="0" y="626377"/>
                  </a:cubicBezTo>
                  <a:lnTo>
                    <a:pt x="0" y="43663"/>
                  </a:lnTo>
                  <a:cubicBezTo>
                    <a:pt x="0" y="19548"/>
                    <a:pt x="19548" y="0"/>
                    <a:pt x="436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61000"/>
                  </a:srgbClr>
                </a:gs>
                <a:gs pos="50000">
                  <a:srgbClr val="223079">
                    <a:alpha val="61000"/>
                  </a:srgbClr>
                </a:gs>
                <a:gs pos="100000">
                  <a:srgbClr val="838BB8">
                    <a:alpha val="61000"/>
                  </a:srgbClr>
                </a:gs>
              </a:gsLst>
              <a:lin ang="5400000"/>
            </a:gradFill>
            <a:ln w="38100" cap="rnd">
              <a:solidFill>
                <a:srgbClr val="0D223D">
                  <a:alpha val="60784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764510" cy="736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1356" y="5160061"/>
            <a:ext cx="6560565" cy="2392199"/>
            <a:chOff x="0" y="0"/>
            <a:chExt cx="1764510" cy="6433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4510" cy="643399"/>
            </a:xfrm>
            <a:custGeom>
              <a:avLst/>
              <a:gdLst/>
              <a:ahLst/>
              <a:cxnLst/>
              <a:rect l="l" t="t" r="r" b="b"/>
              <a:pathLst>
                <a:path w="1764510" h="643399">
                  <a:moveTo>
                    <a:pt x="43663" y="0"/>
                  </a:moveTo>
                  <a:lnTo>
                    <a:pt x="1720848" y="0"/>
                  </a:lnTo>
                  <a:cubicBezTo>
                    <a:pt x="1744962" y="0"/>
                    <a:pt x="1764510" y="19548"/>
                    <a:pt x="1764510" y="43663"/>
                  </a:cubicBezTo>
                  <a:lnTo>
                    <a:pt x="1764510" y="599736"/>
                  </a:lnTo>
                  <a:cubicBezTo>
                    <a:pt x="1764510" y="623850"/>
                    <a:pt x="1744962" y="643399"/>
                    <a:pt x="1720848" y="643399"/>
                  </a:cubicBezTo>
                  <a:lnTo>
                    <a:pt x="43663" y="643399"/>
                  </a:lnTo>
                  <a:cubicBezTo>
                    <a:pt x="19548" y="643399"/>
                    <a:pt x="0" y="623850"/>
                    <a:pt x="0" y="599736"/>
                  </a:cubicBezTo>
                  <a:lnTo>
                    <a:pt x="0" y="43663"/>
                  </a:lnTo>
                  <a:cubicBezTo>
                    <a:pt x="0" y="19548"/>
                    <a:pt x="19548" y="0"/>
                    <a:pt x="436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61000"/>
                  </a:srgbClr>
                </a:gs>
                <a:gs pos="50000">
                  <a:srgbClr val="223079">
                    <a:alpha val="61000"/>
                  </a:srgbClr>
                </a:gs>
                <a:gs pos="100000">
                  <a:srgbClr val="838BB8">
                    <a:alpha val="61000"/>
                  </a:srgbClr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0D223D">
                  <a:alpha val="60784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764510" cy="710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75782" y="5160061"/>
            <a:ext cx="6759669" cy="2392199"/>
            <a:chOff x="0" y="0"/>
            <a:chExt cx="1818061" cy="6433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8061" cy="643399"/>
            </a:xfrm>
            <a:custGeom>
              <a:avLst/>
              <a:gdLst/>
              <a:ahLst/>
              <a:cxnLst/>
              <a:rect l="l" t="t" r="r" b="b"/>
              <a:pathLst>
                <a:path w="1818061" h="643399">
                  <a:moveTo>
                    <a:pt x="42376" y="0"/>
                  </a:moveTo>
                  <a:lnTo>
                    <a:pt x="1775684" y="0"/>
                  </a:lnTo>
                  <a:cubicBezTo>
                    <a:pt x="1786923" y="0"/>
                    <a:pt x="1797702" y="4465"/>
                    <a:pt x="1805649" y="12412"/>
                  </a:cubicBezTo>
                  <a:cubicBezTo>
                    <a:pt x="1813596" y="20359"/>
                    <a:pt x="1818061" y="31138"/>
                    <a:pt x="1818061" y="42376"/>
                  </a:cubicBezTo>
                  <a:lnTo>
                    <a:pt x="1818061" y="601022"/>
                  </a:lnTo>
                  <a:cubicBezTo>
                    <a:pt x="1818061" y="624426"/>
                    <a:pt x="1799088" y="643399"/>
                    <a:pt x="1775684" y="643399"/>
                  </a:cubicBezTo>
                  <a:lnTo>
                    <a:pt x="42376" y="643399"/>
                  </a:lnTo>
                  <a:cubicBezTo>
                    <a:pt x="31138" y="643399"/>
                    <a:pt x="20359" y="638934"/>
                    <a:pt x="12412" y="630987"/>
                  </a:cubicBezTo>
                  <a:cubicBezTo>
                    <a:pt x="4465" y="623040"/>
                    <a:pt x="0" y="612261"/>
                    <a:pt x="0" y="601022"/>
                  </a:cubicBezTo>
                  <a:lnTo>
                    <a:pt x="0" y="42376"/>
                  </a:lnTo>
                  <a:cubicBezTo>
                    <a:pt x="0" y="18973"/>
                    <a:pt x="18973" y="0"/>
                    <a:pt x="423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61000"/>
                  </a:srgbClr>
                </a:gs>
                <a:gs pos="50000">
                  <a:srgbClr val="223079">
                    <a:alpha val="61000"/>
                  </a:srgbClr>
                </a:gs>
                <a:gs pos="100000">
                  <a:srgbClr val="838BB8">
                    <a:alpha val="61000"/>
                  </a:srgbClr>
                </a:gs>
              </a:gsLst>
              <a:lin ang="2700000"/>
            </a:gradFill>
            <a:ln w="38100" cap="rnd">
              <a:solidFill>
                <a:srgbClr val="0D223D">
                  <a:alpha val="60784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818061" cy="710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75782" y="2269393"/>
            <a:ext cx="6759669" cy="2409224"/>
            <a:chOff x="0" y="0"/>
            <a:chExt cx="1818061" cy="6479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8061" cy="647978"/>
            </a:xfrm>
            <a:custGeom>
              <a:avLst/>
              <a:gdLst/>
              <a:ahLst/>
              <a:cxnLst/>
              <a:rect l="l" t="t" r="r" b="b"/>
              <a:pathLst>
                <a:path w="1818061" h="647978">
                  <a:moveTo>
                    <a:pt x="42376" y="0"/>
                  </a:moveTo>
                  <a:lnTo>
                    <a:pt x="1775684" y="0"/>
                  </a:lnTo>
                  <a:cubicBezTo>
                    <a:pt x="1786923" y="0"/>
                    <a:pt x="1797702" y="4465"/>
                    <a:pt x="1805649" y="12412"/>
                  </a:cubicBezTo>
                  <a:cubicBezTo>
                    <a:pt x="1813596" y="20359"/>
                    <a:pt x="1818061" y="31138"/>
                    <a:pt x="1818061" y="42376"/>
                  </a:cubicBezTo>
                  <a:lnTo>
                    <a:pt x="1818061" y="605601"/>
                  </a:lnTo>
                  <a:cubicBezTo>
                    <a:pt x="1818061" y="629005"/>
                    <a:pt x="1799088" y="647978"/>
                    <a:pt x="1775684" y="647978"/>
                  </a:cubicBezTo>
                  <a:lnTo>
                    <a:pt x="42376" y="647978"/>
                  </a:lnTo>
                  <a:cubicBezTo>
                    <a:pt x="18973" y="647978"/>
                    <a:pt x="0" y="629005"/>
                    <a:pt x="0" y="605601"/>
                  </a:cubicBezTo>
                  <a:lnTo>
                    <a:pt x="0" y="42376"/>
                  </a:lnTo>
                  <a:cubicBezTo>
                    <a:pt x="0" y="18973"/>
                    <a:pt x="18973" y="0"/>
                    <a:pt x="423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73D9">
                    <a:alpha val="61000"/>
                  </a:srgbClr>
                </a:gs>
                <a:gs pos="50000">
                  <a:srgbClr val="223079">
                    <a:alpha val="61000"/>
                  </a:srgbClr>
                </a:gs>
                <a:gs pos="100000">
                  <a:srgbClr val="838BB8">
                    <a:alpha val="61000"/>
                  </a:srgbClr>
                </a:gs>
              </a:gsLst>
              <a:lin ang="0"/>
            </a:gradFill>
            <a:ln w="38100" cap="rnd">
              <a:solidFill>
                <a:srgbClr val="0D223D">
                  <a:alpha val="60784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818061" cy="714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80291" y="415383"/>
            <a:ext cx="11182499" cy="10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5"/>
              </a:lnSpc>
              <a:spcBef>
                <a:spcPct val="0"/>
              </a:spcBef>
            </a:pPr>
            <a:r>
              <a:rPr lang="en-US" sz="53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 Requerimientos  NO  Funcionales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721" y="5417941"/>
            <a:ext cx="6071210" cy="181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RNF-03: Disponibilidad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Sistema disponible 24/7 con actualización en tiempo real del catálogo y estado de préstamos.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505365"/>
            <a:ext cx="6209231" cy="181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RNF-01: Usabilidad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Interfaz responsive auto-adaptable a dispositivos móviles, tablets y computadores. Diseño intuitivo y fácil de navegar.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02498" y="2640223"/>
            <a:ext cx="6148690" cy="22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RNF-02: Seguridad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Control de acceso basado en roles. Protección de datos sensibles mediante cifrado y autenticación segura.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328535" y="5417941"/>
            <a:ext cx="6054162" cy="181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RNF-04: Escalabilidad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Base de datos centralizada con capacidad de crecimiento sin afectar rendimiento. Soporte de múltiples usuarios concurrentes.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62159" y="7781635"/>
            <a:ext cx="16421100" cy="2327978"/>
            <a:chOff x="0" y="0"/>
            <a:chExt cx="4224442" cy="5295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24442" cy="529534"/>
            </a:xfrm>
            <a:custGeom>
              <a:avLst/>
              <a:gdLst/>
              <a:ahLst/>
              <a:cxnLst/>
              <a:rect l="l" t="t" r="r" b="b"/>
              <a:pathLst>
                <a:path w="4224442" h="529534">
                  <a:moveTo>
                    <a:pt x="18237" y="0"/>
                  </a:moveTo>
                  <a:lnTo>
                    <a:pt x="4206204" y="0"/>
                  </a:lnTo>
                  <a:cubicBezTo>
                    <a:pt x="4216277" y="0"/>
                    <a:pt x="4224442" y="8165"/>
                    <a:pt x="4224442" y="18237"/>
                  </a:cubicBezTo>
                  <a:lnTo>
                    <a:pt x="4224442" y="511296"/>
                  </a:lnTo>
                  <a:cubicBezTo>
                    <a:pt x="4224442" y="521369"/>
                    <a:pt x="4216277" y="529534"/>
                    <a:pt x="4206204" y="529534"/>
                  </a:cubicBezTo>
                  <a:lnTo>
                    <a:pt x="18237" y="529534"/>
                  </a:lnTo>
                  <a:cubicBezTo>
                    <a:pt x="8165" y="529534"/>
                    <a:pt x="0" y="521369"/>
                    <a:pt x="0" y="511296"/>
                  </a:cubicBezTo>
                  <a:lnTo>
                    <a:pt x="0" y="18237"/>
                  </a:lnTo>
                  <a:cubicBezTo>
                    <a:pt x="0" y="8165"/>
                    <a:pt x="8165" y="0"/>
                    <a:pt x="18237" y="0"/>
                  </a:cubicBezTo>
                  <a:close/>
                </a:path>
              </a:pathLst>
            </a:custGeom>
            <a:solidFill>
              <a:srgbClr val="743A83">
                <a:alpha val="60784"/>
              </a:srgbClr>
            </a:solidFill>
            <a:ln w="38100" cap="rnd">
              <a:solidFill>
                <a:srgbClr val="C33892">
                  <a:alpha val="60784"/>
                </a:srgbClr>
              </a:solidFill>
              <a:prstDash val="lg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4224442" cy="596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 dirty="0"/>
            </a:p>
            <a:p>
              <a:pPr algn="ctr">
                <a:lnSpc>
                  <a:spcPts val="3674"/>
                </a:lnSpc>
              </a:pPr>
              <a:endParaRPr dirty="0"/>
            </a:p>
            <a:p>
              <a:pPr algn="ctr">
                <a:lnSpc>
                  <a:spcPts val="3674"/>
                </a:lnSpc>
              </a:pPr>
              <a:endParaRPr dirty="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840228" y="7939504"/>
            <a:ext cx="4464962" cy="429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Beneficios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al   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Negocio</a:t>
            </a:r>
            <a:endParaRPr lang="en-US" sz="2624" b="1" spc="-91" dirty="0">
              <a:solidFill>
                <a:srgbClr val="FFFFFF"/>
              </a:solidFill>
              <a:latin typeface="Articulat Bold"/>
              <a:ea typeface="Articulat Bold"/>
              <a:cs typeface="Articulat Bold"/>
              <a:sym typeface="Articulat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9601" y="8767756"/>
            <a:ext cx="5460902" cy="985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b="1" spc="-105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90%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Reducción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de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pérdida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de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libros</a:t>
            </a:r>
            <a:endParaRPr lang="en-US" sz="2624" b="1" spc="-91" dirty="0">
              <a:solidFill>
                <a:srgbClr val="FFFFFF"/>
              </a:solidFill>
              <a:latin typeface="Articulat Bold"/>
              <a:ea typeface="Articulat Bold"/>
              <a:cs typeface="Articulat Bold"/>
              <a:sym typeface="Articula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67434" y="8767756"/>
            <a:ext cx="4929966" cy="985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b="1" spc="-105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100%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Trazabilidad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del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inventario</a:t>
            </a:r>
            <a:endParaRPr lang="en-US" sz="2624" b="1" spc="-91" dirty="0">
              <a:solidFill>
                <a:srgbClr val="FFFFFF"/>
              </a:solidFill>
              <a:latin typeface="Articulat Bold"/>
              <a:ea typeface="Articulat Bold"/>
              <a:cs typeface="Articulat Bold"/>
              <a:sym typeface="Articula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026442" y="8736091"/>
            <a:ext cx="4464963" cy="1016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024" b="1" spc="-105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75% 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Menos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tiempo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en</a:t>
            </a:r>
            <a:r>
              <a:rPr lang="en-US" sz="2624" b="1" spc="-91" dirty="0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 </a:t>
            </a:r>
            <a:r>
              <a:rPr lang="en-US" sz="2624" b="1" spc="-91" dirty="0" err="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filas</a:t>
            </a:r>
            <a:endParaRPr lang="en-US" sz="2624" b="1" spc="-91" dirty="0">
              <a:solidFill>
                <a:srgbClr val="FFFFFF"/>
              </a:solidFill>
              <a:latin typeface="Articulat Bold"/>
              <a:ea typeface="Articulat Bold"/>
              <a:cs typeface="Articulat Bold"/>
              <a:sym typeface="Articul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9013900" flipH="1">
            <a:off x="15042323" y="-1761366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1417436" flipH="1">
            <a:off x="-2730966" y="7614050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904670" y="1447827"/>
            <a:ext cx="12913305" cy="8724754"/>
            <a:chOff x="0" y="0"/>
            <a:chExt cx="5197563" cy="3511685"/>
          </a:xfrm>
        </p:grpSpPr>
        <p:sp>
          <p:nvSpPr>
            <p:cNvPr id="6" name="Freeform 6"/>
            <p:cNvSpPr/>
            <p:nvPr/>
          </p:nvSpPr>
          <p:spPr>
            <a:xfrm>
              <a:off x="-5140" y="125"/>
              <a:ext cx="5206512" cy="3512829"/>
            </a:xfrm>
            <a:custGeom>
              <a:avLst/>
              <a:gdLst/>
              <a:ahLst/>
              <a:cxnLst/>
              <a:rect l="l" t="t" r="r" b="b"/>
              <a:pathLst>
                <a:path w="5206512" h="3512829">
                  <a:moveTo>
                    <a:pt x="5183837" y="1720238"/>
                  </a:moveTo>
                  <a:cubicBezTo>
                    <a:pt x="5188553" y="1717342"/>
                    <a:pt x="5193269" y="1715894"/>
                    <a:pt x="5196414" y="1711550"/>
                  </a:cubicBezTo>
                  <a:cubicBezTo>
                    <a:pt x="5199558" y="1708654"/>
                    <a:pt x="5205242" y="1704309"/>
                    <a:pt x="5205242" y="1699965"/>
                  </a:cubicBezTo>
                  <a:cubicBezTo>
                    <a:pt x="5205242" y="1697069"/>
                    <a:pt x="5199558" y="1692724"/>
                    <a:pt x="5196414" y="1689828"/>
                  </a:cubicBezTo>
                  <a:lnTo>
                    <a:pt x="5182264" y="1676795"/>
                  </a:lnTo>
                  <a:cubicBezTo>
                    <a:pt x="5185409" y="1673899"/>
                    <a:pt x="5191697" y="1672451"/>
                    <a:pt x="5191697" y="1668106"/>
                  </a:cubicBezTo>
                  <a:cubicBezTo>
                    <a:pt x="5194842" y="1656521"/>
                    <a:pt x="5199558" y="1644936"/>
                    <a:pt x="5199558" y="1633351"/>
                  </a:cubicBezTo>
                  <a:cubicBezTo>
                    <a:pt x="5199558" y="1627559"/>
                    <a:pt x="5188553" y="1623215"/>
                    <a:pt x="5182264" y="1615974"/>
                  </a:cubicBezTo>
                  <a:cubicBezTo>
                    <a:pt x="5188553" y="1615974"/>
                    <a:pt x="5191697" y="1615974"/>
                    <a:pt x="5196414" y="1614526"/>
                  </a:cubicBezTo>
                  <a:lnTo>
                    <a:pt x="5196414" y="1610182"/>
                  </a:lnTo>
                  <a:lnTo>
                    <a:pt x="5182264" y="1610182"/>
                  </a:lnTo>
                  <a:cubicBezTo>
                    <a:pt x="5172831" y="1604389"/>
                    <a:pt x="5163399" y="1592804"/>
                    <a:pt x="5160254" y="1594252"/>
                  </a:cubicBezTo>
                  <a:cubicBezTo>
                    <a:pt x="5142960" y="1602941"/>
                    <a:pt x="5142960" y="1591356"/>
                    <a:pt x="5139816" y="1582667"/>
                  </a:cubicBezTo>
                  <a:cubicBezTo>
                    <a:pt x="5133527" y="1584115"/>
                    <a:pt x="5127239" y="1585563"/>
                    <a:pt x="5122523" y="1584115"/>
                  </a:cubicBezTo>
                  <a:cubicBezTo>
                    <a:pt x="5111517" y="1582667"/>
                    <a:pt x="5100512" y="1578323"/>
                    <a:pt x="5089507" y="1578323"/>
                  </a:cubicBezTo>
                  <a:cubicBezTo>
                    <a:pt x="5075358" y="1576875"/>
                    <a:pt x="5059636" y="1576875"/>
                    <a:pt x="5043914" y="1575427"/>
                  </a:cubicBezTo>
                  <a:cubicBezTo>
                    <a:pt x="5020332" y="1572531"/>
                    <a:pt x="4996750" y="1569634"/>
                    <a:pt x="4973167" y="1566738"/>
                  </a:cubicBezTo>
                  <a:cubicBezTo>
                    <a:pt x="4971595" y="1566738"/>
                    <a:pt x="4968450" y="1569634"/>
                    <a:pt x="4966879" y="1569634"/>
                  </a:cubicBezTo>
                  <a:cubicBezTo>
                    <a:pt x="4954301" y="1568186"/>
                    <a:pt x="4941724" y="1566738"/>
                    <a:pt x="4930719" y="1563842"/>
                  </a:cubicBezTo>
                  <a:cubicBezTo>
                    <a:pt x="4927574" y="1562394"/>
                    <a:pt x="4926002" y="1555153"/>
                    <a:pt x="4926002" y="1552257"/>
                  </a:cubicBezTo>
                  <a:cubicBezTo>
                    <a:pt x="4943296" y="1540672"/>
                    <a:pt x="4960589" y="1529087"/>
                    <a:pt x="4971595" y="1521846"/>
                  </a:cubicBezTo>
                  <a:cubicBezTo>
                    <a:pt x="4984172" y="1520398"/>
                    <a:pt x="4992033" y="1518950"/>
                    <a:pt x="5003038" y="1518950"/>
                  </a:cubicBezTo>
                  <a:cubicBezTo>
                    <a:pt x="4993605" y="1507365"/>
                    <a:pt x="4987317" y="1501573"/>
                    <a:pt x="4979456" y="1492884"/>
                  </a:cubicBezTo>
                  <a:cubicBezTo>
                    <a:pt x="4974739" y="1494332"/>
                    <a:pt x="4970023" y="1495780"/>
                    <a:pt x="4962162" y="1498676"/>
                  </a:cubicBezTo>
                  <a:cubicBezTo>
                    <a:pt x="4962162" y="1491436"/>
                    <a:pt x="4962162" y="1484195"/>
                    <a:pt x="4963734" y="1484195"/>
                  </a:cubicBezTo>
                  <a:cubicBezTo>
                    <a:pt x="4970023" y="1482747"/>
                    <a:pt x="4979456" y="1481299"/>
                    <a:pt x="4984172" y="1484195"/>
                  </a:cubicBezTo>
                  <a:cubicBezTo>
                    <a:pt x="4990461" y="1488540"/>
                    <a:pt x="4993605" y="1495780"/>
                    <a:pt x="4999894" y="1504469"/>
                  </a:cubicBezTo>
                  <a:cubicBezTo>
                    <a:pt x="5003038" y="1504469"/>
                    <a:pt x="5009327" y="1505917"/>
                    <a:pt x="5015615" y="1505917"/>
                  </a:cubicBezTo>
                  <a:cubicBezTo>
                    <a:pt x="5014044" y="1487092"/>
                    <a:pt x="5014044" y="1487092"/>
                    <a:pt x="4996750" y="1459577"/>
                  </a:cubicBezTo>
                  <a:cubicBezTo>
                    <a:pt x="5018760" y="1459577"/>
                    <a:pt x="5025048" y="1453785"/>
                    <a:pt x="5020332" y="1433511"/>
                  </a:cubicBezTo>
                  <a:cubicBezTo>
                    <a:pt x="5034481" y="1432063"/>
                    <a:pt x="5050203" y="1430615"/>
                    <a:pt x="5064352" y="1430615"/>
                  </a:cubicBezTo>
                  <a:cubicBezTo>
                    <a:pt x="5062780" y="1427719"/>
                    <a:pt x="5059636" y="1421926"/>
                    <a:pt x="5058064" y="1417582"/>
                  </a:cubicBezTo>
                  <a:cubicBezTo>
                    <a:pt x="5064352" y="1419030"/>
                    <a:pt x="5069069" y="1420478"/>
                    <a:pt x="5072213" y="1421926"/>
                  </a:cubicBezTo>
                  <a:cubicBezTo>
                    <a:pt x="5073785" y="1414686"/>
                    <a:pt x="5073785" y="1407445"/>
                    <a:pt x="5075358" y="1401653"/>
                  </a:cubicBezTo>
                  <a:cubicBezTo>
                    <a:pt x="5076930" y="1394412"/>
                    <a:pt x="5078502" y="1385723"/>
                    <a:pt x="5080074" y="1378483"/>
                  </a:cubicBezTo>
                  <a:cubicBezTo>
                    <a:pt x="5080074" y="1375586"/>
                    <a:pt x="5078502" y="1371242"/>
                    <a:pt x="5080074" y="1366898"/>
                  </a:cubicBezTo>
                  <a:cubicBezTo>
                    <a:pt x="5084791" y="1355313"/>
                    <a:pt x="5086362" y="1337935"/>
                    <a:pt x="5081646" y="1329247"/>
                  </a:cubicBezTo>
                  <a:cubicBezTo>
                    <a:pt x="5084791" y="1326351"/>
                    <a:pt x="5086362" y="1322006"/>
                    <a:pt x="5086362" y="1319110"/>
                  </a:cubicBezTo>
                  <a:cubicBezTo>
                    <a:pt x="5086362" y="1307525"/>
                    <a:pt x="5086362" y="1294492"/>
                    <a:pt x="5084791" y="1282907"/>
                  </a:cubicBezTo>
                  <a:cubicBezTo>
                    <a:pt x="5083218" y="1271322"/>
                    <a:pt x="5081646" y="1261185"/>
                    <a:pt x="5080074" y="1249600"/>
                  </a:cubicBezTo>
                  <a:cubicBezTo>
                    <a:pt x="5078502" y="1246704"/>
                    <a:pt x="5078502" y="1243808"/>
                    <a:pt x="5080074" y="1239464"/>
                  </a:cubicBezTo>
                  <a:cubicBezTo>
                    <a:pt x="5084791" y="1227879"/>
                    <a:pt x="5087935" y="1216294"/>
                    <a:pt x="5078502" y="1204709"/>
                  </a:cubicBezTo>
                  <a:cubicBezTo>
                    <a:pt x="5075358" y="1201812"/>
                    <a:pt x="5076930" y="1194572"/>
                    <a:pt x="5078502" y="1190228"/>
                  </a:cubicBezTo>
                  <a:cubicBezTo>
                    <a:pt x="5083218" y="1174298"/>
                    <a:pt x="5073785" y="1161265"/>
                    <a:pt x="5056491" y="1158369"/>
                  </a:cubicBezTo>
                  <a:lnTo>
                    <a:pt x="5050203" y="1158369"/>
                  </a:lnTo>
                  <a:cubicBezTo>
                    <a:pt x="5051775" y="1154025"/>
                    <a:pt x="5053347" y="1152577"/>
                    <a:pt x="5054919" y="1149680"/>
                  </a:cubicBezTo>
                  <a:cubicBezTo>
                    <a:pt x="5050203" y="1148232"/>
                    <a:pt x="5045487" y="1148232"/>
                    <a:pt x="5042342" y="1145336"/>
                  </a:cubicBezTo>
                  <a:cubicBezTo>
                    <a:pt x="5039197" y="1143888"/>
                    <a:pt x="5037626" y="1139543"/>
                    <a:pt x="5034481" y="1138095"/>
                  </a:cubicBezTo>
                  <a:cubicBezTo>
                    <a:pt x="5021904" y="1132303"/>
                    <a:pt x="5007754" y="1126510"/>
                    <a:pt x="4993605" y="1120718"/>
                  </a:cubicBezTo>
                  <a:cubicBezTo>
                    <a:pt x="4988889" y="1119270"/>
                    <a:pt x="4982600" y="1119270"/>
                    <a:pt x="4977883" y="1119270"/>
                  </a:cubicBezTo>
                  <a:cubicBezTo>
                    <a:pt x="4974739" y="1120718"/>
                    <a:pt x="4973167" y="1114925"/>
                    <a:pt x="4970023" y="1114925"/>
                  </a:cubicBezTo>
                  <a:cubicBezTo>
                    <a:pt x="4948012" y="1110581"/>
                    <a:pt x="4926002" y="1107685"/>
                    <a:pt x="4903992" y="1101892"/>
                  </a:cubicBezTo>
                  <a:cubicBezTo>
                    <a:pt x="4886698" y="1096100"/>
                    <a:pt x="4866260" y="1107685"/>
                    <a:pt x="4848966" y="1096100"/>
                  </a:cubicBezTo>
                  <a:cubicBezTo>
                    <a:pt x="4847394" y="1094652"/>
                    <a:pt x="4844250" y="1097548"/>
                    <a:pt x="4842678" y="1097548"/>
                  </a:cubicBezTo>
                  <a:cubicBezTo>
                    <a:pt x="4828528" y="1094652"/>
                    <a:pt x="4815951" y="1101892"/>
                    <a:pt x="4801802" y="1097548"/>
                  </a:cubicBezTo>
                  <a:cubicBezTo>
                    <a:pt x="4787652" y="1093204"/>
                    <a:pt x="4771930" y="1091756"/>
                    <a:pt x="4765642" y="1078722"/>
                  </a:cubicBezTo>
                  <a:cubicBezTo>
                    <a:pt x="4759353" y="1065689"/>
                    <a:pt x="4754637" y="1052656"/>
                    <a:pt x="4754637" y="1039623"/>
                  </a:cubicBezTo>
                  <a:cubicBezTo>
                    <a:pt x="4756209" y="1023694"/>
                    <a:pt x="4764070" y="1006317"/>
                    <a:pt x="4734199" y="1009213"/>
                  </a:cubicBezTo>
                  <a:cubicBezTo>
                    <a:pt x="4735771" y="1006317"/>
                    <a:pt x="4735771" y="1003420"/>
                    <a:pt x="4737343" y="1001972"/>
                  </a:cubicBezTo>
                  <a:cubicBezTo>
                    <a:pt x="4646157" y="993284"/>
                    <a:pt x="4554972" y="986043"/>
                    <a:pt x="4465359" y="977354"/>
                  </a:cubicBezTo>
                  <a:cubicBezTo>
                    <a:pt x="4462215" y="967217"/>
                    <a:pt x="4459070" y="955632"/>
                    <a:pt x="4455926" y="939703"/>
                  </a:cubicBezTo>
                  <a:cubicBezTo>
                    <a:pt x="4473220" y="957081"/>
                    <a:pt x="4488942" y="967217"/>
                    <a:pt x="4510952" y="965769"/>
                  </a:cubicBezTo>
                  <a:cubicBezTo>
                    <a:pt x="4512524" y="954184"/>
                    <a:pt x="4510952" y="945496"/>
                    <a:pt x="4498375" y="938255"/>
                  </a:cubicBezTo>
                  <a:cubicBezTo>
                    <a:pt x="4496802" y="936807"/>
                    <a:pt x="4495231" y="931014"/>
                    <a:pt x="4496802" y="928118"/>
                  </a:cubicBezTo>
                  <a:cubicBezTo>
                    <a:pt x="4503091" y="913637"/>
                    <a:pt x="4509380" y="900604"/>
                    <a:pt x="4514096" y="887571"/>
                  </a:cubicBezTo>
                  <a:cubicBezTo>
                    <a:pt x="4520385" y="891915"/>
                    <a:pt x="4525101" y="894812"/>
                    <a:pt x="4531390" y="897708"/>
                  </a:cubicBezTo>
                  <a:lnTo>
                    <a:pt x="4534534" y="894812"/>
                  </a:lnTo>
                  <a:lnTo>
                    <a:pt x="4515669" y="868746"/>
                  </a:lnTo>
                  <a:cubicBezTo>
                    <a:pt x="4528245" y="871642"/>
                    <a:pt x="4539251" y="873090"/>
                    <a:pt x="4553400" y="875986"/>
                  </a:cubicBezTo>
                  <a:cubicBezTo>
                    <a:pt x="4548684" y="867297"/>
                    <a:pt x="4543967" y="861505"/>
                    <a:pt x="4543967" y="861505"/>
                  </a:cubicBezTo>
                  <a:cubicBezTo>
                    <a:pt x="4551828" y="855712"/>
                    <a:pt x="4559689" y="849920"/>
                    <a:pt x="4570694" y="842679"/>
                  </a:cubicBezTo>
                  <a:cubicBezTo>
                    <a:pt x="4570694" y="841231"/>
                    <a:pt x="4572266" y="832543"/>
                    <a:pt x="4576983" y="831094"/>
                  </a:cubicBezTo>
                  <a:cubicBezTo>
                    <a:pt x="4586415" y="826750"/>
                    <a:pt x="4589560" y="833991"/>
                    <a:pt x="4592704" y="841231"/>
                  </a:cubicBezTo>
                  <a:cubicBezTo>
                    <a:pt x="4594277" y="845576"/>
                    <a:pt x="4603709" y="847024"/>
                    <a:pt x="4609998" y="848472"/>
                  </a:cubicBezTo>
                  <a:cubicBezTo>
                    <a:pt x="4616286" y="849920"/>
                    <a:pt x="4624147" y="849920"/>
                    <a:pt x="4632008" y="848472"/>
                  </a:cubicBezTo>
                  <a:cubicBezTo>
                    <a:pt x="4644586" y="848472"/>
                    <a:pt x="4657163" y="847024"/>
                    <a:pt x="4674457" y="845576"/>
                  </a:cubicBezTo>
                  <a:cubicBezTo>
                    <a:pt x="4661879" y="842679"/>
                    <a:pt x="4652447" y="839783"/>
                    <a:pt x="4644586" y="838335"/>
                  </a:cubicBezTo>
                  <a:cubicBezTo>
                    <a:pt x="4644586" y="836887"/>
                    <a:pt x="4644586" y="835439"/>
                    <a:pt x="4643013" y="833991"/>
                  </a:cubicBezTo>
                  <a:cubicBezTo>
                    <a:pt x="4655591" y="831094"/>
                    <a:pt x="4668168" y="828198"/>
                    <a:pt x="4679173" y="825302"/>
                  </a:cubicBezTo>
                  <a:cubicBezTo>
                    <a:pt x="4691750" y="828198"/>
                    <a:pt x="4702755" y="832543"/>
                    <a:pt x="4712188" y="835439"/>
                  </a:cubicBezTo>
                  <a:cubicBezTo>
                    <a:pt x="4715333" y="861505"/>
                    <a:pt x="4734199" y="839783"/>
                    <a:pt x="4745204" y="842679"/>
                  </a:cubicBezTo>
                  <a:cubicBezTo>
                    <a:pt x="4742059" y="836887"/>
                    <a:pt x="4737343" y="831094"/>
                    <a:pt x="4732626" y="823854"/>
                  </a:cubicBezTo>
                  <a:cubicBezTo>
                    <a:pt x="4753065" y="826750"/>
                    <a:pt x="4773502" y="826750"/>
                    <a:pt x="4787652" y="841231"/>
                  </a:cubicBezTo>
                  <a:cubicBezTo>
                    <a:pt x="4789224" y="842679"/>
                    <a:pt x="4795513" y="841231"/>
                    <a:pt x="4798657" y="839783"/>
                  </a:cubicBezTo>
                  <a:cubicBezTo>
                    <a:pt x="4803373" y="841231"/>
                    <a:pt x="4811234" y="844127"/>
                    <a:pt x="4814379" y="842679"/>
                  </a:cubicBezTo>
                  <a:cubicBezTo>
                    <a:pt x="4819095" y="838335"/>
                    <a:pt x="4819095" y="831094"/>
                    <a:pt x="4823812" y="822406"/>
                  </a:cubicBezTo>
                  <a:cubicBezTo>
                    <a:pt x="4834817" y="839783"/>
                    <a:pt x="4845822" y="829646"/>
                    <a:pt x="4856828" y="822406"/>
                  </a:cubicBezTo>
                  <a:cubicBezTo>
                    <a:pt x="4855255" y="826750"/>
                    <a:pt x="4855255" y="829646"/>
                    <a:pt x="4855255" y="829646"/>
                  </a:cubicBezTo>
                  <a:cubicBezTo>
                    <a:pt x="4864688" y="833991"/>
                    <a:pt x="4872549" y="836887"/>
                    <a:pt x="4883554" y="841231"/>
                  </a:cubicBezTo>
                  <a:cubicBezTo>
                    <a:pt x="4891415" y="838335"/>
                    <a:pt x="4900848" y="828198"/>
                    <a:pt x="4914997" y="838335"/>
                  </a:cubicBezTo>
                  <a:cubicBezTo>
                    <a:pt x="4916569" y="839783"/>
                    <a:pt x="4922858" y="836887"/>
                    <a:pt x="4927574" y="836887"/>
                  </a:cubicBezTo>
                  <a:cubicBezTo>
                    <a:pt x="4932291" y="835439"/>
                    <a:pt x="4935436" y="835439"/>
                    <a:pt x="4937007" y="833991"/>
                  </a:cubicBezTo>
                  <a:cubicBezTo>
                    <a:pt x="4940152" y="823854"/>
                    <a:pt x="4941724" y="815165"/>
                    <a:pt x="4946440" y="806476"/>
                  </a:cubicBezTo>
                  <a:cubicBezTo>
                    <a:pt x="4951157" y="797788"/>
                    <a:pt x="4949585" y="789099"/>
                    <a:pt x="4940152" y="786203"/>
                  </a:cubicBezTo>
                  <a:cubicBezTo>
                    <a:pt x="4937007" y="784755"/>
                    <a:pt x="4933863" y="784755"/>
                    <a:pt x="4932291" y="783307"/>
                  </a:cubicBezTo>
                  <a:cubicBezTo>
                    <a:pt x="4946440" y="770274"/>
                    <a:pt x="4959018" y="761585"/>
                    <a:pt x="4979456" y="767377"/>
                  </a:cubicBezTo>
                  <a:cubicBezTo>
                    <a:pt x="4984172" y="768825"/>
                    <a:pt x="4990461" y="763033"/>
                    <a:pt x="4998322" y="758689"/>
                  </a:cubicBezTo>
                  <a:cubicBezTo>
                    <a:pt x="4993605" y="754344"/>
                    <a:pt x="4990461" y="752896"/>
                    <a:pt x="4987317" y="751448"/>
                  </a:cubicBezTo>
                  <a:cubicBezTo>
                    <a:pt x="4999894" y="726830"/>
                    <a:pt x="5020332" y="742759"/>
                    <a:pt x="5039197" y="742759"/>
                  </a:cubicBezTo>
                  <a:cubicBezTo>
                    <a:pt x="5032909" y="738415"/>
                    <a:pt x="5029765" y="734071"/>
                    <a:pt x="5026621" y="732622"/>
                  </a:cubicBezTo>
                  <a:cubicBezTo>
                    <a:pt x="5036053" y="728278"/>
                    <a:pt x="5045487" y="725382"/>
                    <a:pt x="5053347" y="721037"/>
                  </a:cubicBezTo>
                  <a:cubicBezTo>
                    <a:pt x="5054919" y="715245"/>
                    <a:pt x="5053347" y="709453"/>
                    <a:pt x="5054919" y="706556"/>
                  </a:cubicBezTo>
                  <a:cubicBezTo>
                    <a:pt x="5062780" y="694971"/>
                    <a:pt x="5058064" y="686283"/>
                    <a:pt x="5045487" y="680490"/>
                  </a:cubicBezTo>
                  <a:cubicBezTo>
                    <a:pt x="5040770" y="677594"/>
                    <a:pt x="5036053" y="671801"/>
                    <a:pt x="5032909" y="667457"/>
                  </a:cubicBezTo>
                  <a:cubicBezTo>
                    <a:pt x="5037626" y="667457"/>
                    <a:pt x="5043914" y="666009"/>
                    <a:pt x="5050203" y="666009"/>
                  </a:cubicBezTo>
                  <a:lnTo>
                    <a:pt x="5050203" y="648632"/>
                  </a:lnTo>
                  <a:cubicBezTo>
                    <a:pt x="5053347" y="648632"/>
                    <a:pt x="5056491" y="648632"/>
                    <a:pt x="5059636" y="650080"/>
                  </a:cubicBezTo>
                  <a:cubicBezTo>
                    <a:pt x="5061208" y="632702"/>
                    <a:pt x="5062780" y="615325"/>
                    <a:pt x="5065925" y="596499"/>
                  </a:cubicBezTo>
                  <a:cubicBezTo>
                    <a:pt x="5048631" y="587811"/>
                    <a:pt x="5058064" y="577674"/>
                    <a:pt x="5067497" y="564641"/>
                  </a:cubicBezTo>
                  <a:cubicBezTo>
                    <a:pt x="5067497" y="564641"/>
                    <a:pt x="5064352" y="563193"/>
                    <a:pt x="5061208" y="563193"/>
                  </a:cubicBezTo>
                  <a:cubicBezTo>
                    <a:pt x="5062780" y="557400"/>
                    <a:pt x="5065925" y="551608"/>
                    <a:pt x="5067497" y="545815"/>
                  </a:cubicBezTo>
                  <a:cubicBezTo>
                    <a:pt x="5070641" y="534230"/>
                    <a:pt x="5065925" y="532782"/>
                    <a:pt x="5051775" y="538575"/>
                  </a:cubicBezTo>
                  <a:cubicBezTo>
                    <a:pt x="5050203" y="535678"/>
                    <a:pt x="5048631" y="531334"/>
                    <a:pt x="5045487" y="528438"/>
                  </a:cubicBezTo>
                  <a:cubicBezTo>
                    <a:pt x="5043914" y="529886"/>
                    <a:pt x="5043914" y="531334"/>
                    <a:pt x="5042342" y="532782"/>
                  </a:cubicBezTo>
                  <a:cubicBezTo>
                    <a:pt x="5036053" y="531334"/>
                    <a:pt x="5031337" y="528438"/>
                    <a:pt x="5025048" y="526990"/>
                  </a:cubicBezTo>
                  <a:cubicBezTo>
                    <a:pt x="4993605" y="515405"/>
                    <a:pt x="4960589" y="518301"/>
                    <a:pt x="4929146" y="516853"/>
                  </a:cubicBezTo>
                  <a:cubicBezTo>
                    <a:pt x="4924430" y="516853"/>
                    <a:pt x="4918142" y="521197"/>
                    <a:pt x="4913425" y="521197"/>
                  </a:cubicBezTo>
                  <a:cubicBezTo>
                    <a:pt x="4894559" y="519749"/>
                    <a:pt x="4877265" y="513957"/>
                    <a:pt x="4859972" y="512509"/>
                  </a:cubicBezTo>
                  <a:cubicBezTo>
                    <a:pt x="4836389" y="511060"/>
                    <a:pt x="4812807" y="511060"/>
                    <a:pt x="4789224" y="511060"/>
                  </a:cubicBezTo>
                  <a:cubicBezTo>
                    <a:pt x="4771930" y="511060"/>
                    <a:pt x="4768786" y="502372"/>
                    <a:pt x="4770358" y="490787"/>
                  </a:cubicBezTo>
                  <a:cubicBezTo>
                    <a:pt x="4776647" y="486442"/>
                    <a:pt x="4782936" y="477754"/>
                    <a:pt x="4782936" y="476306"/>
                  </a:cubicBezTo>
                  <a:cubicBezTo>
                    <a:pt x="4762498" y="461824"/>
                    <a:pt x="4781364" y="451688"/>
                    <a:pt x="4786080" y="440103"/>
                  </a:cubicBezTo>
                  <a:cubicBezTo>
                    <a:pt x="4784508" y="411140"/>
                    <a:pt x="4782936" y="382178"/>
                    <a:pt x="4781364" y="351768"/>
                  </a:cubicBezTo>
                  <a:cubicBezTo>
                    <a:pt x="4784508" y="350319"/>
                    <a:pt x="4790796" y="348871"/>
                    <a:pt x="4795513" y="347423"/>
                  </a:cubicBezTo>
                  <a:cubicBezTo>
                    <a:pt x="4793941" y="343079"/>
                    <a:pt x="4790796" y="338735"/>
                    <a:pt x="4790796" y="334390"/>
                  </a:cubicBezTo>
                  <a:cubicBezTo>
                    <a:pt x="4795513" y="317013"/>
                    <a:pt x="4797085" y="299635"/>
                    <a:pt x="4776647" y="286602"/>
                  </a:cubicBezTo>
                  <a:cubicBezTo>
                    <a:pt x="4786080" y="280810"/>
                    <a:pt x="4793941" y="276465"/>
                    <a:pt x="4803373" y="270673"/>
                  </a:cubicBezTo>
                  <a:cubicBezTo>
                    <a:pt x="4801802" y="269225"/>
                    <a:pt x="4800229" y="266329"/>
                    <a:pt x="4800229" y="264881"/>
                  </a:cubicBezTo>
                  <a:cubicBezTo>
                    <a:pt x="4800229" y="263432"/>
                    <a:pt x="4798657" y="263432"/>
                    <a:pt x="4797085" y="263432"/>
                  </a:cubicBezTo>
                  <a:cubicBezTo>
                    <a:pt x="4781364" y="263432"/>
                    <a:pt x="4775075" y="260536"/>
                    <a:pt x="4773502" y="246055"/>
                  </a:cubicBezTo>
                  <a:cubicBezTo>
                    <a:pt x="4773502" y="243159"/>
                    <a:pt x="4773502" y="238814"/>
                    <a:pt x="4776647" y="235918"/>
                  </a:cubicBezTo>
                  <a:cubicBezTo>
                    <a:pt x="4782936" y="231574"/>
                    <a:pt x="4789224" y="227229"/>
                    <a:pt x="4797085" y="224333"/>
                  </a:cubicBezTo>
                  <a:cubicBezTo>
                    <a:pt x="4800229" y="222885"/>
                    <a:pt x="4806518" y="224333"/>
                    <a:pt x="4809663" y="225781"/>
                  </a:cubicBezTo>
                  <a:cubicBezTo>
                    <a:pt x="4826956" y="234470"/>
                    <a:pt x="4828528" y="234470"/>
                    <a:pt x="4831673" y="215645"/>
                  </a:cubicBezTo>
                  <a:cubicBezTo>
                    <a:pt x="4834817" y="217093"/>
                    <a:pt x="4837961" y="218541"/>
                    <a:pt x="4842678" y="219989"/>
                  </a:cubicBezTo>
                  <a:cubicBezTo>
                    <a:pt x="4841106" y="214196"/>
                    <a:pt x="4841106" y="209852"/>
                    <a:pt x="4837961" y="205508"/>
                  </a:cubicBezTo>
                  <a:cubicBezTo>
                    <a:pt x="4837961" y="204060"/>
                    <a:pt x="4834817" y="202611"/>
                    <a:pt x="4831673" y="201163"/>
                  </a:cubicBezTo>
                  <a:cubicBezTo>
                    <a:pt x="4834817" y="199715"/>
                    <a:pt x="4837961" y="196819"/>
                    <a:pt x="4841106" y="198267"/>
                  </a:cubicBezTo>
                  <a:cubicBezTo>
                    <a:pt x="4856828" y="202611"/>
                    <a:pt x="4866260" y="192475"/>
                    <a:pt x="4877265" y="186682"/>
                  </a:cubicBezTo>
                  <a:cubicBezTo>
                    <a:pt x="4867832" y="175097"/>
                    <a:pt x="4858399" y="164960"/>
                    <a:pt x="4850538" y="153375"/>
                  </a:cubicBezTo>
                  <a:cubicBezTo>
                    <a:pt x="4863116" y="147583"/>
                    <a:pt x="4872549" y="144687"/>
                    <a:pt x="4881981" y="140342"/>
                  </a:cubicBezTo>
                  <a:cubicBezTo>
                    <a:pt x="4861544" y="108484"/>
                    <a:pt x="4861544" y="108484"/>
                    <a:pt x="4875693" y="95451"/>
                  </a:cubicBezTo>
                  <a:cubicBezTo>
                    <a:pt x="4875693" y="94003"/>
                    <a:pt x="4874121" y="92555"/>
                    <a:pt x="4874121" y="91106"/>
                  </a:cubicBezTo>
                  <a:cubicBezTo>
                    <a:pt x="4869404" y="92555"/>
                    <a:pt x="4863116" y="94003"/>
                    <a:pt x="4858399" y="96899"/>
                  </a:cubicBezTo>
                  <a:lnTo>
                    <a:pt x="4856828" y="95451"/>
                  </a:lnTo>
                  <a:cubicBezTo>
                    <a:pt x="4863116" y="89658"/>
                    <a:pt x="4869404" y="85314"/>
                    <a:pt x="4875693" y="79522"/>
                  </a:cubicBezTo>
                  <a:cubicBezTo>
                    <a:pt x="4875693" y="75177"/>
                    <a:pt x="4878837" y="65040"/>
                    <a:pt x="4875693" y="62144"/>
                  </a:cubicBezTo>
                  <a:cubicBezTo>
                    <a:pt x="4863116" y="52007"/>
                    <a:pt x="4877265" y="41870"/>
                    <a:pt x="4874121" y="31734"/>
                  </a:cubicBezTo>
                  <a:cubicBezTo>
                    <a:pt x="4872549" y="28837"/>
                    <a:pt x="4874121" y="21597"/>
                    <a:pt x="4872549" y="21597"/>
                  </a:cubicBezTo>
                  <a:cubicBezTo>
                    <a:pt x="4863116" y="17252"/>
                    <a:pt x="4852111" y="10012"/>
                    <a:pt x="4841106" y="10012"/>
                  </a:cubicBezTo>
                  <a:cubicBezTo>
                    <a:pt x="4815951" y="8564"/>
                    <a:pt x="4790796" y="11460"/>
                    <a:pt x="4765642" y="11460"/>
                  </a:cubicBezTo>
                  <a:lnTo>
                    <a:pt x="4685462" y="11460"/>
                  </a:lnTo>
                  <a:cubicBezTo>
                    <a:pt x="4666596" y="11460"/>
                    <a:pt x="4650874" y="7116"/>
                    <a:pt x="4632008" y="2771"/>
                  </a:cubicBezTo>
                  <a:cubicBezTo>
                    <a:pt x="4609998" y="-2665"/>
                    <a:pt x="4586415" y="1323"/>
                    <a:pt x="4562833" y="2771"/>
                  </a:cubicBezTo>
                  <a:cubicBezTo>
                    <a:pt x="4512524" y="4219"/>
                    <a:pt x="4462215" y="4219"/>
                    <a:pt x="4411906" y="5668"/>
                  </a:cubicBezTo>
                  <a:cubicBezTo>
                    <a:pt x="4388323" y="5668"/>
                    <a:pt x="4363169" y="8564"/>
                    <a:pt x="4339586" y="10012"/>
                  </a:cubicBezTo>
                  <a:cubicBezTo>
                    <a:pt x="4309715" y="11460"/>
                    <a:pt x="4279844" y="10012"/>
                    <a:pt x="4249974" y="11460"/>
                  </a:cubicBezTo>
                  <a:cubicBezTo>
                    <a:pt x="4218530" y="12908"/>
                    <a:pt x="4187087" y="15804"/>
                    <a:pt x="4155644" y="17252"/>
                  </a:cubicBezTo>
                  <a:cubicBezTo>
                    <a:pt x="4117912" y="18701"/>
                    <a:pt x="4080180" y="18701"/>
                    <a:pt x="4042448" y="20149"/>
                  </a:cubicBezTo>
                  <a:lnTo>
                    <a:pt x="3924536" y="24493"/>
                  </a:lnTo>
                  <a:cubicBezTo>
                    <a:pt x="3888377" y="25941"/>
                    <a:pt x="3853789" y="25941"/>
                    <a:pt x="3817629" y="25941"/>
                  </a:cubicBezTo>
                  <a:cubicBezTo>
                    <a:pt x="3790902" y="25941"/>
                    <a:pt x="3762604" y="27389"/>
                    <a:pt x="3735877" y="28837"/>
                  </a:cubicBezTo>
                  <a:lnTo>
                    <a:pt x="3655697" y="33182"/>
                  </a:lnTo>
                  <a:cubicBezTo>
                    <a:pt x="3636831" y="34630"/>
                    <a:pt x="3617964" y="34630"/>
                    <a:pt x="3597527" y="36078"/>
                  </a:cubicBezTo>
                  <a:cubicBezTo>
                    <a:pt x="3566083" y="37526"/>
                    <a:pt x="3534640" y="37526"/>
                    <a:pt x="3503197" y="38974"/>
                  </a:cubicBezTo>
                  <a:cubicBezTo>
                    <a:pt x="3467037" y="40422"/>
                    <a:pt x="3432450" y="43319"/>
                    <a:pt x="3397862" y="44767"/>
                  </a:cubicBezTo>
                  <a:cubicBezTo>
                    <a:pt x="3361703" y="47663"/>
                    <a:pt x="3327115" y="50559"/>
                    <a:pt x="3290955" y="53455"/>
                  </a:cubicBezTo>
                  <a:cubicBezTo>
                    <a:pt x="3276806" y="54904"/>
                    <a:pt x="3262657" y="54904"/>
                    <a:pt x="3246935" y="56352"/>
                  </a:cubicBezTo>
                  <a:lnTo>
                    <a:pt x="3201342" y="56352"/>
                  </a:lnTo>
                  <a:cubicBezTo>
                    <a:pt x="3149461" y="59248"/>
                    <a:pt x="3099152" y="63592"/>
                    <a:pt x="3047271" y="66488"/>
                  </a:cubicBezTo>
                  <a:cubicBezTo>
                    <a:pt x="3015827" y="67937"/>
                    <a:pt x="2982812" y="69385"/>
                    <a:pt x="2951369" y="72281"/>
                  </a:cubicBezTo>
                  <a:cubicBezTo>
                    <a:pt x="2932503" y="73729"/>
                    <a:pt x="2912065" y="76625"/>
                    <a:pt x="2893199" y="78073"/>
                  </a:cubicBezTo>
                  <a:lnTo>
                    <a:pt x="2765854" y="86762"/>
                  </a:lnTo>
                  <a:cubicBezTo>
                    <a:pt x="2739127" y="88210"/>
                    <a:pt x="2713972" y="94003"/>
                    <a:pt x="2688818" y="95451"/>
                  </a:cubicBezTo>
                  <a:cubicBezTo>
                    <a:pt x="2649514" y="98347"/>
                    <a:pt x="2608638" y="99795"/>
                    <a:pt x="2569334" y="102691"/>
                  </a:cubicBezTo>
                  <a:cubicBezTo>
                    <a:pt x="2559901" y="102691"/>
                    <a:pt x="2548896" y="104140"/>
                    <a:pt x="2539463" y="104140"/>
                  </a:cubicBezTo>
                  <a:cubicBezTo>
                    <a:pt x="2504875" y="107036"/>
                    <a:pt x="2471860" y="109932"/>
                    <a:pt x="2437272" y="112828"/>
                  </a:cubicBezTo>
                  <a:cubicBezTo>
                    <a:pt x="2418406" y="114276"/>
                    <a:pt x="2397968" y="117173"/>
                    <a:pt x="2379102" y="118621"/>
                  </a:cubicBezTo>
                  <a:cubicBezTo>
                    <a:pt x="2355520" y="120069"/>
                    <a:pt x="2331938" y="121517"/>
                    <a:pt x="2309927" y="122965"/>
                  </a:cubicBezTo>
                  <a:cubicBezTo>
                    <a:pt x="2265907" y="127309"/>
                    <a:pt x="2220314" y="131654"/>
                    <a:pt x="2176294" y="135998"/>
                  </a:cubicBezTo>
                  <a:cubicBezTo>
                    <a:pt x="2168433" y="137446"/>
                    <a:pt x="2162144" y="141791"/>
                    <a:pt x="2154283" y="141791"/>
                  </a:cubicBezTo>
                  <a:cubicBezTo>
                    <a:pt x="2118124" y="144687"/>
                    <a:pt x="2081964" y="144687"/>
                    <a:pt x="2047376" y="149031"/>
                  </a:cubicBezTo>
                  <a:cubicBezTo>
                    <a:pt x="2028510" y="151927"/>
                    <a:pt x="2008072" y="144687"/>
                    <a:pt x="1990779" y="159168"/>
                  </a:cubicBezTo>
                  <a:cubicBezTo>
                    <a:pt x="1984490" y="163512"/>
                    <a:pt x="1967196" y="156272"/>
                    <a:pt x="1956191" y="157720"/>
                  </a:cubicBezTo>
                  <a:cubicBezTo>
                    <a:pt x="1912171" y="162064"/>
                    <a:pt x="1868150" y="167857"/>
                    <a:pt x="1825702" y="172201"/>
                  </a:cubicBezTo>
                  <a:cubicBezTo>
                    <a:pt x="1791114" y="176545"/>
                    <a:pt x="1758099" y="179442"/>
                    <a:pt x="1723511" y="183786"/>
                  </a:cubicBezTo>
                  <a:cubicBezTo>
                    <a:pt x="1710934" y="185234"/>
                    <a:pt x="1698357" y="189578"/>
                    <a:pt x="1687352" y="191027"/>
                  </a:cubicBezTo>
                  <a:cubicBezTo>
                    <a:pt x="1655908" y="193923"/>
                    <a:pt x="1624465" y="196819"/>
                    <a:pt x="1594594" y="199715"/>
                  </a:cubicBezTo>
                  <a:cubicBezTo>
                    <a:pt x="1594594" y="205508"/>
                    <a:pt x="1594594" y="208404"/>
                    <a:pt x="1593022" y="211300"/>
                  </a:cubicBezTo>
                  <a:cubicBezTo>
                    <a:pt x="1589878" y="208404"/>
                    <a:pt x="1586733" y="204060"/>
                    <a:pt x="1583589" y="198267"/>
                  </a:cubicBezTo>
                  <a:cubicBezTo>
                    <a:pt x="1577300" y="214196"/>
                    <a:pt x="1564723" y="204060"/>
                    <a:pt x="1555290" y="205508"/>
                  </a:cubicBezTo>
                  <a:cubicBezTo>
                    <a:pt x="1537996" y="208404"/>
                    <a:pt x="1519131" y="212748"/>
                    <a:pt x="1501837" y="214196"/>
                  </a:cubicBezTo>
                  <a:cubicBezTo>
                    <a:pt x="1470393" y="218541"/>
                    <a:pt x="1438950" y="221437"/>
                    <a:pt x="1407507" y="224333"/>
                  </a:cubicBezTo>
                  <a:cubicBezTo>
                    <a:pt x="1380780" y="227229"/>
                    <a:pt x="1354054" y="233022"/>
                    <a:pt x="1327327" y="237366"/>
                  </a:cubicBezTo>
                  <a:cubicBezTo>
                    <a:pt x="1281734" y="244607"/>
                    <a:pt x="1234569" y="248951"/>
                    <a:pt x="1188977" y="256192"/>
                  </a:cubicBezTo>
                  <a:cubicBezTo>
                    <a:pt x="1157534" y="260536"/>
                    <a:pt x="1126090" y="267777"/>
                    <a:pt x="1093075" y="272121"/>
                  </a:cubicBezTo>
                  <a:cubicBezTo>
                    <a:pt x="1060060" y="277914"/>
                    <a:pt x="1025472" y="282258"/>
                    <a:pt x="992457" y="288050"/>
                  </a:cubicBezTo>
                  <a:cubicBezTo>
                    <a:pt x="968874" y="292395"/>
                    <a:pt x="945292" y="298187"/>
                    <a:pt x="921710" y="302532"/>
                  </a:cubicBezTo>
                  <a:cubicBezTo>
                    <a:pt x="874545" y="309772"/>
                    <a:pt x="825808" y="317013"/>
                    <a:pt x="778643" y="324253"/>
                  </a:cubicBezTo>
                  <a:cubicBezTo>
                    <a:pt x="761349" y="327150"/>
                    <a:pt x="745628" y="332942"/>
                    <a:pt x="728334" y="335838"/>
                  </a:cubicBezTo>
                  <a:cubicBezTo>
                    <a:pt x="698463" y="341631"/>
                    <a:pt x="668592" y="344527"/>
                    <a:pt x="638721" y="350319"/>
                  </a:cubicBezTo>
                  <a:cubicBezTo>
                    <a:pt x="616710" y="354664"/>
                    <a:pt x="596272" y="361904"/>
                    <a:pt x="575834" y="364801"/>
                  </a:cubicBezTo>
                  <a:cubicBezTo>
                    <a:pt x="531814" y="373489"/>
                    <a:pt x="487793" y="379282"/>
                    <a:pt x="443773" y="386522"/>
                  </a:cubicBezTo>
                  <a:cubicBezTo>
                    <a:pt x="424907" y="389419"/>
                    <a:pt x="406041" y="395211"/>
                    <a:pt x="387175" y="399555"/>
                  </a:cubicBezTo>
                  <a:cubicBezTo>
                    <a:pt x="357304" y="406796"/>
                    <a:pt x="325861" y="412589"/>
                    <a:pt x="295990" y="419829"/>
                  </a:cubicBezTo>
                  <a:cubicBezTo>
                    <a:pt x="288129" y="421277"/>
                    <a:pt x="280268" y="425622"/>
                    <a:pt x="270835" y="427070"/>
                  </a:cubicBezTo>
                  <a:cubicBezTo>
                    <a:pt x="261402" y="428518"/>
                    <a:pt x="251969" y="428518"/>
                    <a:pt x="242536" y="429966"/>
                  </a:cubicBezTo>
                  <a:cubicBezTo>
                    <a:pt x="223670" y="434310"/>
                    <a:pt x="204804" y="438655"/>
                    <a:pt x="187511" y="442999"/>
                  </a:cubicBezTo>
                  <a:cubicBezTo>
                    <a:pt x="149779" y="451688"/>
                    <a:pt x="130913" y="454584"/>
                    <a:pt x="113619" y="463273"/>
                  </a:cubicBezTo>
                  <a:cubicBezTo>
                    <a:pt x="97897" y="470513"/>
                    <a:pt x="75887" y="469065"/>
                    <a:pt x="69598" y="492235"/>
                  </a:cubicBezTo>
                  <a:cubicBezTo>
                    <a:pt x="66454" y="499476"/>
                    <a:pt x="58593" y="503820"/>
                    <a:pt x="72743" y="506716"/>
                  </a:cubicBezTo>
                  <a:cubicBezTo>
                    <a:pt x="74315" y="506716"/>
                    <a:pt x="77459" y="511060"/>
                    <a:pt x="75887" y="512509"/>
                  </a:cubicBezTo>
                  <a:cubicBezTo>
                    <a:pt x="72743" y="521197"/>
                    <a:pt x="69598" y="529886"/>
                    <a:pt x="66454" y="541471"/>
                  </a:cubicBezTo>
                  <a:cubicBezTo>
                    <a:pt x="66454" y="541471"/>
                    <a:pt x="69598" y="542919"/>
                    <a:pt x="72743" y="545815"/>
                  </a:cubicBezTo>
                  <a:cubicBezTo>
                    <a:pt x="63310" y="554504"/>
                    <a:pt x="63310" y="586363"/>
                    <a:pt x="69598" y="596499"/>
                  </a:cubicBezTo>
                  <a:cubicBezTo>
                    <a:pt x="72743" y="602292"/>
                    <a:pt x="74315" y="609532"/>
                    <a:pt x="75887" y="616773"/>
                  </a:cubicBezTo>
                  <a:cubicBezTo>
                    <a:pt x="57021" y="621117"/>
                    <a:pt x="79031" y="631254"/>
                    <a:pt x="72743" y="637047"/>
                  </a:cubicBezTo>
                  <a:cubicBezTo>
                    <a:pt x="75887" y="637047"/>
                    <a:pt x="79031" y="637047"/>
                    <a:pt x="83748" y="638495"/>
                  </a:cubicBezTo>
                  <a:cubicBezTo>
                    <a:pt x="80604" y="642839"/>
                    <a:pt x="77459" y="645735"/>
                    <a:pt x="75887" y="647184"/>
                  </a:cubicBezTo>
                  <a:cubicBezTo>
                    <a:pt x="79031" y="650080"/>
                    <a:pt x="83748" y="651528"/>
                    <a:pt x="86892" y="654424"/>
                  </a:cubicBezTo>
                  <a:cubicBezTo>
                    <a:pt x="69598" y="676146"/>
                    <a:pt x="69598" y="686283"/>
                    <a:pt x="90037" y="705108"/>
                  </a:cubicBezTo>
                  <a:cubicBezTo>
                    <a:pt x="91609" y="706556"/>
                    <a:pt x="94753" y="709453"/>
                    <a:pt x="94753" y="710901"/>
                  </a:cubicBezTo>
                  <a:cubicBezTo>
                    <a:pt x="90037" y="726830"/>
                    <a:pt x="91609" y="741311"/>
                    <a:pt x="102614" y="754344"/>
                  </a:cubicBezTo>
                  <a:cubicBezTo>
                    <a:pt x="102614" y="754344"/>
                    <a:pt x="101042" y="758689"/>
                    <a:pt x="97897" y="761585"/>
                  </a:cubicBezTo>
                  <a:cubicBezTo>
                    <a:pt x="102614" y="760137"/>
                    <a:pt x="105758" y="758689"/>
                    <a:pt x="108902" y="758689"/>
                  </a:cubicBezTo>
                  <a:lnTo>
                    <a:pt x="104186" y="784755"/>
                  </a:lnTo>
                  <a:lnTo>
                    <a:pt x="121480" y="784755"/>
                  </a:lnTo>
                  <a:cubicBezTo>
                    <a:pt x="126196" y="790547"/>
                    <a:pt x="130913" y="794891"/>
                    <a:pt x="130913" y="796340"/>
                  </a:cubicBezTo>
                  <a:cubicBezTo>
                    <a:pt x="135629" y="791995"/>
                    <a:pt x="138774" y="790547"/>
                    <a:pt x="140346" y="789099"/>
                  </a:cubicBezTo>
                  <a:cubicBezTo>
                    <a:pt x="148207" y="800684"/>
                    <a:pt x="154495" y="809373"/>
                    <a:pt x="159212" y="818061"/>
                  </a:cubicBezTo>
                  <a:cubicBezTo>
                    <a:pt x="157639" y="828198"/>
                    <a:pt x="154495" y="836887"/>
                    <a:pt x="152923" y="842679"/>
                  </a:cubicBezTo>
                  <a:cubicBezTo>
                    <a:pt x="145062" y="842679"/>
                    <a:pt x="137201" y="841231"/>
                    <a:pt x="132485" y="844127"/>
                  </a:cubicBezTo>
                  <a:cubicBezTo>
                    <a:pt x="127768" y="847024"/>
                    <a:pt x="127768" y="854264"/>
                    <a:pt x="124624" y="858609"/>
                  </a:cubicBezTo>
                  <a:cubicBezTo>
                    <a:pt x="124624" y="860057"/>
                    <a:pt x="135629" y="878882"/>
                    <a:pt x="134057" y="880330"/>
                  </a:cubicBezTo>
                  <a:cubicBezTo>
                    <a:pt x="132485" y="890467"/>
                    <a:pt x="129341" y="900604"/>
                    <a:pt x="127768" y="912189"/>
                  </a:cubicBezTo>
                  <a:cubicBezTo>
                    <a:pt x="134057" y="916533"/>
                    <a:pt x="141918" y="922326"/>
                    <a:pt x="148207" y="926670"/>
                  </a:cubicBezTo>
                  <a:cubicBezTo>
                    <a:pt x="137201" y="932463"/>
                    <a:pt x="129341" y="938255"/>
                    <a:pt x="121480" y="942600"/>
                  </a:cubicBezTo>
                  <a:cubicBezTo>
                    <a:pt x="124624" y="944048"/>
                    <a:pt x="126196" y="945496"/>
                    <a:pt x="129341" y="946944"/>
                  </a:cubicBezTo>
                  <a:cubicBezTo>
                    <a:pt x="130913" y="952736"/>
                    <a:pt x="134057" y="958529"/>
                    <a:pt x="134057" y="964321"/>
                  </a:cubicBezTo>
                  <a:cubicBezTo>
                    <a:pt x="134057" y="970114"/>
                    <a:pt x="129341" y="980251"/>
                    <a:pt x="132485" y="981699"/>
                  </a:cubicBezTo>
                  <a:cubicBezTo>
                    <a:pt x="146634" y="988939"/>
                    <a:pt x="138774" y="1010661"/>
                    <a:pt x="157639" y="1013557"/>
                  </a:cubicBezTo>
                  <a:cubicBezTo>
                    <a:pt x="159212" y="1013557"/>
                    <a:pt x="159212" y="1016453"/>
                    <a:pt x="162356" y="1019350"/>
                  </a:cubicBezTo>
                  <a:cubicBezTo>
                    <a:pt x="157639" y="1019350"/>
                    <a:pt x="154495" y="1019350"/>
                    <a:pt x="148207" y="1020798"/>
                  </a:cubicBezTo>
                  <a:cubicBezTo>
                    <a:pt x="165500" y="1032383"/>
                    <a:pt x="160784" y="1042519"/>
                    <a:pt x="154495" y="1051208"/>
                  </a:cubicBezTo>
                  <a:cubicBezTo>
                    <a:pt x="148207" y="1052656"/>
                    <a:pt x="143490" y="1054104"/>
                    <a:pt x="138774" y="1055553"/>
                  </a:cubicBezTo>
                  <a:cubicBezTo>
                    <a:pt x="140346" y="1058449"/>
                    <a:pt x="140346" y="1059897"/>
                    <a:pt x="141918" y="1062793"/>
                  </a:cubicBezTo>
                  <a:cubicBezTo>
                    <a:pt x="143490" y="1064241"/>
                    <a:pt x="151351" y="1083067"/>
                    <a:pt x="151351" y="1085963"/>
                  </a:cubicBezTo>
                  <a:cubicBezTo>
                    <a:pt x="148207" y="1093204"/>
                    <a:pt x="146634" y="1100444"/>
                    <a:pt x="145062" y="1107685"/>
                  </a:cubicBezTo>
                  <a:cubicBezTo>
                    <a:pt x="154495" y="1107685"/>
                    <a:pt x="162356" y="1109133"/>
                    <a:pt x="165500" y="1109133"/>
                  </a:cubicBezTo>
                  <a:cubicBezTo>
                    <a:pt x="162356" y="1110581"/>
                    <a:pt x="157639" y="1113477"/>
                    <a:pt x="154495" y="1114925"/>
                  </a:cubicBezTo>
                  <a:cubicBezTo>
                    <a:pt x="156067" y="1117822"/>
                    <a:pt x="157639" y="1120718"/>
                    <a:pt x="160784" y="1122166"/>
                  </a:cubicBezTo>
                  <a:cubicBezTo>
                    <a:pt x="173361" y="1120718"/>
                    <a:pt x="185938" y="1119270"/>
                    <a:pt x="200088" y="1117822"/>
                  </a:cubicBezTo>
                  <a:cubicBezTo>
                    <a:pt x="198516" y="1125062"/>
                    <a:pt x="196943" y="1130855"/>
                    <a:pt x="193799" y="1136647"/>
                  </a:cubicBezTo>
                  <a:cubicBezTo>
                    <a:pt x="201660" y="1136647"/>
                    <a:pt x="211093" y="1138095"/>
                    <a:pt x="218954" y="1138095"/>
                  </a:cubicBezTo>
                  <a:lnTo>
                    <a:pt x="218954" y="1145336"/>
                  </a:lnTo>
                  <a:cubicBezTo>
                    <a:pt x="207949" y="1146784"/>
                    <a:pt x="196943" y="1149680"/>
                    <a:pt x="187511" y="1151128"/>
                  </a:cubicBezTo>
                  <a:cubicBezTo>
                    <a:pt x="226815" y="1168506"/>
                    <a:pt x="262974" y="1152577"/>
                    <a:pt x="305423" y="1146784"/>
                  </a:cubicBezTo>
                  <a:cubicBezTo>
                    <a:pt x="313283" y="1154025"/>
                    <a:pt x="321144" y="1148232"/>
                    <a:pt x="327433" y="1136647"/>
                  </a:cubicBezTo>
                  <a:cubicBezTo>
                    <a:pt x="335294" y="1146784"/>
                    <a:pt x="341582" y="1143888"/>
                    <a:pt x="357304" y="1123614"/>
                  </a:cubicBezTo>
                  <a:cubicBezTo>
                    <a:pt x="358876" y="1123614"/>
                    <a:pt x="360448" y="1125062"/>
                    <a:pt x="362020" y="1125062"/>
                  </a:cubicBezTo>
                  <a:cubicBezTo>
                    <a:pt x="360448" y="1130855"/>
                    <a:pt x="357304" y="1135199"/>
                    <a:pt x="355732" y="1140991"/>
                  </a:cubicBezTo>
                  <a:cubicBezTo>
                    <a:pt x="365165" y="1138095"/>
                    <a:pt x="373025" y="1136647"/>
                    <a:pt x="382458" y="1133751"/>
                  </a:cubicBezTo>
                  <a:lnTo>
                    <a:pt x="415474" y="1129407"/>
                  </a:lnTo>
                  <a:cubicBezTo>
                    <a:pt x="432768" y="1126510"/>
                    <a:pt x="450061" y="1125062"/>
                    <a:pt x="465783" y="1122166"/>
                  </a:cubicBezTo>
                  <a:cubicBezTo>
                    <a:pt x="472072" y="1120718"/>
                    <a:pt x="478360" y="1116374"/>
                    <a:pt x="484649" y="1114925"/>
                  </a:cubicBezTo>
                  <a:cubicBezTo>
                    <a:pt x="490937" y="1113477"/>
                    <a:pt x="500370" y="1109133"/>
                    <a:pt x="503515" y="1112029"/>
                  </a:cubicBezTo>
                  <a:cubicBezTo>
                    <a:pt x="516092" y="1122166"/>
                    <a:pt x="527097" y="1133751"/>
                    <a:pt x="539674" y="1143888"/>
                  </a:cubicBezTo>
                  <a:cubicBezTo>
                    <a:pt x="541247" y="1140991"/>
                    <a:pt x="542819" y="1136647"/>
                    <a:pt x="542819" y="1136647"/>
                  </a:cubicBezTo>
                  <a:cubicBezTo>
                    <a:pt x="553824" y="1139543"/>
                    <a:pt x="561685" y="1140991"/>
                    <a:pt x="572690" y="1143888"/>
                  </a:cubicBezTo>
                  <a:cubicBezTo>
                    <a:pt x="574262" y="1148232"/>
                    <a:pt x="577406" y="1154025"/>
                    <a:pt x="577406" y="1156921"/>
                  </a:cubicBezTo>
                  <a:cubicBezTo>
                    <a:pt x="594700" y="1158369"/>
                    <a:pt x="608850" y="1159817"/>
                    <a:pt x="621427" y="1161265"/>
                  </a:cubicBezTo>
                  <a:cubicBezTo>
                    <a:pt x="621427" y="1162713"/>
                    <a:pt x="622999" y="1164161"/>
                    <a:pt x="622999" y="1165609"/>
                  </a:cubicBezTo>
                  <a:lnTo>
                    <a:pt x="594700" y="1174298"/>
                  </a:lnTo>
                  <a:cubicBezTo>
                    <a:pt x="593128" y="1169954"/>
                    <a:pt x="591556" y="1168506"/>
                    <a:pt x="588411" y="1161265"/>
                  </a:cubicBezTo>
                  <a:cubicBezTo>
                    <a:pt x="589984" y="1177195"/>
                    <a:pt x="591556" y="1187331"/>
                    <a:pt x="591556" y="1200364"/>
                  </a:cubicBezTo>
                  <a:cubicBezTo>
                    <a:pt x="605705" y="1190228"/>
                    <a:pt x="624571" y="1201812"/>
                    <a:pt x="634004" y="1184435"/>
                  </a:cubicBezTo>
                  <a:cubicBezTo>
                    <a:pt x="634004" y="1182987"/>
                    <a:pt x="640293" y="1182987"/>
                    <a:pt x="641865" y="1184435"/>
                  </a:cubicBezTo>
                  <a:cubicBezTo>
                    <a:pt x="654442" y="1185883"/>
                    <a:pt x="667019" y="1187331"/>
                    <a:pt x="679597" y="1190228"/>
                  </a:cubicBezTo>
                  <a:cubicBezTo>
                    <a:pt x="678025" y="1187331"/>
                    <a:pt x="678025" y="1184435"/>
                    <a:pt x="676452" y="1181539"/>
                  </a:cubicBezTo>
                  <a:cubicBezTo>
                    <a:pt x="684313" y="1182987"/>
                    <a:pt x="690602" y="1184435"/>
                    <a:pt x="695318" y="1185883"/>
                  </a:cubicBezTo>
                  <a:cubicBezTo>
                    <a:pt x="695318" y="1187331"/>
                    <a:pt x="696891" y="1188779"/>
                    <a:pt x="696891" y="1190228"/>
                  </a:cubicBezTo>
                  <a:cubicBezTo>
                    <a:pt x="685885" y="1196020"/>
                    <a:pt x="674880" y="1203261"/>
                    <a:pt x="663875" y="1209053"/>
                  </a:cubicBezTo>
                  <a:cubicBezTo>
                    <a:pt x="646581" y="1219190"/>
                    <a:pt x="630860" y="1232223"/>
                    <a:pt x="613566" y="1236567"/>
                  </a:cubicBezTo>
                  <a:cubicBezTo>
                    <a:pt x="583695" y="1242360"/>
                    <a:pt x="553824" y="1252497"/>
                    <a:pt x="522381" y="1253945"/>
                  </a:cubicBezTo>
                  <a:lnTo>
                    <a:pt x="514520" y="1253945"/>
                  </a:lnTo>
                  <a:cubicBezTo>
                    <a:pt x="481505" y="1259737"/>
                    <a:pt x="450061" y="1265530"/>
                    <a:pt x="417046" y="1271322"/>
                  </a:cubicBezTo>
                  <a:cubicBezTo>
                    <a:pt x="412329" y="1272770"/>
                    <a:pt x="409185" y="1274218"/>
                    <a:pt x="404469" y="1274218"/>
                  </a:cubicBezTo>
                  <a:cubicBezTo>
                    <a:pt x="384031" y="1277115"/>
                    <a:pt x="363592" y="1278563"/>
                    <a:pt x="344727" y="1281459"/>
                  </a:cubicBezTo>
                  <a:cubicBezTo>
                    <a:pt x="324288" y="1285803"/>
                    <a:pt x="302278" y="1288699"/>
                    <a:pt x="281840" y="1295940"/>
                  </a:cubicBezTo>
                  <a:cubicBezTo>
                    <a:pt x="266119" y="1300284"/>
                    <a:pt x="245680" y="1298836"/>
                    <a:pt x="239392" y="1313318"/>
                  </a:cubicBezTo>
                  <a:cubicBezTo>
                    <a:pt x="233103" y="1313318"/>
                    <a:pt x="226815" y="1311869"/>
                    <a:pt x="223670" y="1313318"/>
                  </a:cubicBezTo>
                  <a:cubicBezTo>
                    <a:pt x="200088" y="1322006"/>
                    <a:pt x="176505" y="1330695"/>
                    <a:pt x="154495" y="1340832"/>
                  </a:cubicBezTo>
                  <a:cubicBezTo>
                    <a:pt x="146634" y="1346624"/>
                    <a:pt x="140346" y="1349520"/>
                    <a:pt x="137201" y="1355313"/>
                  </a:cubicBezTo>
                  <a:cubicBezTo>
                    <a:pt x="135629" y="1359657"/>
                    <a:pt x="140346" y="1366898"/>
                    <a:pt x="141918" y="1369794"/>
                  </a:cubicBezTo>
                  <a:cubicBezTo>
                    <a:pt x="138774" y="1371242"/>
                    <a:pt x="132485" y="1372690"/>
                    <a:pt x="132485" y="1374138"/>
                  </a:cubicBezTo>
                  <a:cubicBezTo>
                    <a:pt x="132485" y="1382827"/>
                    <a:pt x="132485" y="1391516"/>
                    <a:pt x="135629" y="1398756"/>
                  </a:cubicBezTo>
                  <a:cubicBezTo>
                    <a:pt x="140346" y="1408893"/>
                    <a:pt x="154495" y="1417582"/>
                    <a:pt x="138774" y="1430615"/>
                  </a:cubicBezTo>
                  <a:cubicBezTo>
                    <a:pt x="135629" y="1432063"/>
                    <a:pt x="138774" y="1439304"/>
                    <a:pt x="138774" y="1445096"/>
                  </a:cubicBezTo>
                  <a:cubicBezTo>
                    <a:pt x="143490" y="1443648"/>
                    <a:pt x="146634" y="1443648"/>
                    <a:pt x="151351" y="1443648"/>
                  </a:cubicBezTo>
                  <a:cubicBezTo>
                    <a:pt x="135629" y="1468266"/>
                    <a:pt x="135629" y="1476955"/>
                    <a:pt x="151351" y="1481299"/>
                  </a:cubicBezTo>
                  <a:cubicBezTo>
                    <a:pt x="151351" y="1489988"/>
                    <a:pt x="148207" y="1498677"/>
                    <a:pt x="151351" y="1504469"/>
                  </a:cubicBezTo>
                  <a:cubicBezTo>
                    <a:pt x="160784" y="1518950"/>
                    <a:pt x="173361" y="1533431"/>
                    <a:pt x="184366" y="1546464"/>
                  </a:cubicBezTo>
                  <a:cubicBezTo>
                    <a:pt x="182794" y="1547912"/>
                    <a:pt x="179650" y="1549361"/>
                    <a:pt x="178078" y="1549361"/>
                  </a:cubicBezTo>
                  <a:cubicBezTo>
                    <a:pt x="184366" y="1556601"/>
                    <a:pt x="190655" y="1563842"/>
                    <a:pt x="195371" y="1568186"/>
                  </a:cubicBezTo>
                  <a:cubicBezTo>
                    <a:pt x="189083" y="1576875"/>
                    <a:pt x="184366" y="1584115"/>
                    <a:pt x="178078" y="1591356"/>
                  </a:cubicBezTo>
                  <a:cubicBezTo>
                    <a:pt x="185938" y="1594252"/>
                    <a:pt x="190655" y="1595700"/>
                    <a:pt x="196943" y="1597149"/>
                  </a:cubicBezTo>
                  <a:cubicBezTo>
                    <a:pt x="185938" y="1600045"/>
                    <a:pt x="176505" y="1602941"/>
                    <a:pt x="162356" y="1608733"/>
                  </a:cubicBezTo>
                  <a:cubicBezTo>
                    <a:pt x="189083" y="1614526"/>
                    <a:pt x="190655" y="1631903"/>
                    <a:pt x="193799" y="1649281"/>
                  </a:cubicBezTo>
                  <a:cubicBezTo>
                    <a:pt x="193799" y="1650729"/>
                    <a:pt x="201660" y="1652177"/>
                    <a:pt x="206376" y="1653625"/>
                  </a:cubicBezTo>
                  <a:cubicBezTo>
                    <a:pt x="206376" y="1656521"/>
                    <a:pt x="203232" y="1660866"/>
                    <a:pt x="204804" y="1663762"/>
                  </a:cubicBezTo>
                  <a:cubicBezTo>
                    <a:pt x="211093" y="1671002"/>
                    <a:pt x="222098" y="1675347"/>
                    <a:pt x="223670" y="1684036"/>
                  </a:cubicBezTo>
                  <a:cubicBezTo>
                    <a:pt x="233103" y="1708654"/>
                    <a:pt x="250397" y="1704309"/>
                    <a:pt x="269263" y="1698517"/>
                  </a:cubicBezTo>
                  <a:lnTo>
                    <a:pt x="278696" y="1711550"/>
                  </a:lnTo>
                  <a:cubicBezTo>
                    <a:pt x="281840" y="1710102"/>
                    <a:pt x="284984" y="1707205"/>
                    <a:pt x="286557" y="1705757"/>
                  </a:cubicBezTo>
                  <a:cubicBezTo>
                    <a:pt x="288129" y="1714446"/>
                    <a:pt x="303850" y="1724583"/>
                    <a:pt x="308567" y="1718790"/>
                  </a:cubicBezTo>
                  <a:cubicBezTo>
                    <a:pt x="319572" y="1704309"/>
                    <a:pt x="332149" y="1712998"/>
                    <a:pt x="344727" y="1714446"/>
                  </a:cubicBezTo>
                  <a:cubicBezTo>
                    <a:pt x="351015" y="1715894"/>
                    <a:pt x="360448" y="1717342"/>
                    <a:pt x="363592" y="1714446"/>
                  </a:cubicBezTo>
                  <a:cubicBezTo>
                    <a:pt x="371453" y="1707205"/>
                    <a:pt x="395036" y="1714446"/>
                    <a:pt x="388747" y="1694172"/>
                  </a:cubicBezTo>
                  <a:cubicBezTo>
                    <a:pt x="387175" y="1689828"/>
                    <a:pt x="380886" y="1685484"/>
                    <a:pt x="374598" y="1681139"/>
                  </a:cubicBezTo>
                  <a:lnTo>
                    <a:pt x="420190" y="1681139"/>
                  </a:lnTo>
                  <a:cubicBezTo>
                    <a:pt x="421762" y="1685484"/>
                    <a:pt x="421762" y="1691276"/>
                    <a:pt x="423335" y="1695621"/>
                  </a:cubicBezTo>
                  <a:cubicBezTo>
                    <a:pt x="415474" y="1697069"/>
                    <a:pt x="407613" y="1698517"/>
                    <a:pt x="399752" y="1701413"/>
                  </a:cubicBezTo>
                  <a:cubicBezTo>
                    <a:pt x="399752" y="1702861"/>
                    <a:pt x="401324" y="1704309"/>
                    <a:pt x="401324" y="1707205"/>
                  </a:cubicBezTo>
                  <a:cubicBezTo>
                    <a:pt x="404469" y="1707205"/>
                    <a:pt x="409185" y="1705757"/>
                    <a:pt x="412329" y="1705757"/>
                  </a:cubicBezTo>
                  <a:cubicBezTo>
                    <a:pt x="424907" y="1710102"/>
                    <a:pt x="442201" y="1698517"/>
                    <a:pt x="453206" y="1712998"/>
                  </a:cubicBezTo>
                  <a:cubicBezTo>
                    <a:pt x="473644" y="1739064"/>
                    <a:pt x="509803" y="1746305"/>
                    <a:pt x="542819" y="1731824"/>
                  </a:cubicBezTo>
                  <a:cubicBezTo>
                    <a:pt x="545963" y="1730375"/>
                    <a:pt x="552252" y="1734720"/>
                    <a:pt x="556968" y="1736168"/>
                  </a:cubicBezTo>
                  <a:cubicBezTo>
                    <a:pt x="558540" y="1736168"/>
                    <a:pt x="558540" y="1736168"/>
                    <a:pt x="560113" y="1737616"/>
                  </a:cubicBezTo>
                  <a:cubicBezTo>
                    <a:pt x="561685" y="1734720"/>
                    <a:pt x="561685" y="1731824"/>
                    <a:pt x="561685" y="1733272"/>
                  </a:cubicBezTo>
                  <a:cubicBezTo>
                    <a:pt x="572690" y="1733272"/>
                    <a:pt x="583695" y="1736168"/>
                    <a:pt x="594700" y="1734720"/>
                  </a:cubicBezTo>
                  <a:cubicBezTo>
                    <a:pt x="611994" y="1733272"/>
                    <a:pt x="629288" y="1727479"/>
                    <a:pt x="646581" y="1726031"/>
                  </a:cubicBezTo>
                  <a:cubicBezTo>
                    <a:pt x="673308" y="1723135"/>
                    <a:pt x="700035" y="1723135"/>
                    <a:pt x="726762" y="1717342"/>
                  </a:cubicBezTo>
                  <a:cubicBezTo>
                    <a:pt x="737767" y="1714446"/>
                    <a:pt x="745628" y="1715894"/>
                    <a:pt x="753488" y="1718790"/>
                  </a:cubicBezTo>
                  <a:cubicBezTo>
                    <a:pt x="704751" y="1737616"/>
                    <a:pt x="656014" y="1756441"/>
                    <a:pt x="607277" y="1773819"/>
                  </a:cubicBezTo>
                  <a:cubicBezTo>
                    <a:pt x="607277" y="1775267"/>
                    <a:pt x="608850" y="1776715"/>
                    <a:pt x="608850" y="1778163"/>
                  </a:cubicBezTo>
                  <a:cubicBezTo>
                    <a:pt x="611994" y="1778163"/>
                    <a:pt x="615138" y="1779611"/>
                    <a:pt x="621427" y="1781059"/>
                  </a:cubicBezTo>
                  <a:cubicBezTo>
                    <a:pt x="610422" y="1785404"/>
                    <a:pt x="605705" y="1786852"/>
                    <a:pt x="597844" y="1789748"/>
                  </a:cubicBezTo>
                  <a:cubicBezTo>
                    <a:pt x="611994" y="1798437"/>
                    <a:pt x="593128" y="1808574"/>
                    <a:pt x="600989" y="1820159"/>
                  </a:cubicBezTo>
                  <a:cubicBezTo>
                    <a:pt x="607277" y="1831744"/>
                    <a:pt x="602561" y="1849121"/>
                    <a:pt x="630860" y="1844777"/>
                  </a:cubicBezTo>
                  <a:cubicBezTo>
                    <a:pt x="602561" y="1857810"/>
                    <a:pt x="600989" y="1876635"/>
                    <a:pt x="619855" y="1896909"/>
                  </a:cubicBezTo>
                  <a:cubicBezTo>
                    <a:pt x="622999" y="1899805"/>
                    <a:pt x="624571" y="1905598"/>
                    <a:pt x="622999" y="1908494"/>
                  </a:cubicBezTo>
                  <a:cubicBezTo>
                    <a:pt x="619855" y="1918631"/>
                    <a:pt x="615138" y="1927319"/>
                    <a:pt x="611994" y="1934560"/>
                  </a:cubicBezTo>
                  <a:cubicBezTo>
                    <a:pt x="600989" y="1934560"/>
                    <a:pt x="594700" y="1933112"/>
                    <a:pt x="588411" y="1933112"/>
                  </a:cubicBezTo>
                  <a:cubicBezTo>
                    <a:pt x="572690" y="1934560"/>
                    <a:pt x="556968" y="1937456"/>
                    <a:pt x="541247" y="1940352"/>
                  </a:cubicBezTo>
                  <a:cubicBezTo>
                    <a:pt x="490937" y="1949041"/>
                    <a:pt x="439056" y="1957730"/>
                    <a:pt x="388747" y="1966419"/>
                  </a:cubicBezTo>
                  <a:cubicBezTo>
                    <a:pt x="346299" y="1973659"/>
                    <a:pt x="305423" y="1988140"/>
                    <a:pt x="262974" y="1991036"/>
                  </a:cubicBezTo>
                  <a:cubicBezTo>
                    <a:pt x="233103" y="1992485"/>
                    <a:pt x="206376" y="2006966"/>
                    <a:pt x="178078" y="2008414"/>
                  </a:cubicBezTo>
                  <a:cubicBezTo>
                    <a:pt x="159212" y="2009862"/>
                    <a:pt x="140346" y="2017103"/>
                    <a:pt x="123052" y="2024343"/>
                  </a:cubicBezTo>
                  <a:cubicBezTo>
                    <a:pt x="113619" y="2027239"/>
                    <a:pt x="105758" y="2034480"/>
                    <a:pt x="97897" y="2038824"/>
                  </a:cubicBezTo>
                  <a:cubicBezTo>
                    <a:pt x="96325" y="2038824"/>
                    <a:pt x="91609" y="2037376"/>
                    <a:pt x="90037" y="2038824"/>
                  </a:cubicBezTo>
                  <a:cubicBezTo>
                    <a:pt x="77459" y="2044617"/>
                    <a:pt x="66454" y="2050409"/>
                    <a:pt x="53877" y="2054754"/>
                  </a:cubicBezTo>
                  <a:cubicBezTo>
                    <a:pt x="44444" y="2059098"/>
                    <a:pt x="36583" y="2063442"/>
                    <a:pt x="27150" y="2067787"/>
                  </a:cubicBezTo>
                  <a:cubicBezTo>
                    <a:pt x="27150" y="2069235"/>
                    <a:pt x="28722" y="2070683"/>
                    <a:pt x="28722" y="2072131"/>
                  </a:cubicBezTo>
                  <a:cubicBezTo>
                    <a:pt x="25578" y="2072131"/>
                    <a:pt x="20862" y="2070683"/>
                    <a:pt x="16145" y="2069235"/>
                  </a:cubicBezTo>
                  <a:cubicBezTo>
                    <a:pt x="17717" y="2077923"/>
                    <a:pt x="19289" y="2083716"/>
                    <a:pt x="20862" y="2090957"/>
                  </a:cubicBezTo>
                  <a:cubicBezTo>
                    <a:pt x="19289" y="2090957"/>
                    <a:pt x="19289" y="2090957"/>
                    <a:pt x="17717" y="2092405"/>
                  </a:cubicBezTo>
                  <a:cubicBezTo>
                    <a:pt x="16145" y="2089508"/>
                    <a:pt x="14573" y="2086612"/>
                    <a:pt x="13001" y="2085164"/>
                  </a:cubicBezTo>
                  <a:cubicBezTo>
                    <a:pt x="60" y="2099645"/>
                    <a:pt x="-7560" y="2112678"/>
                    <a:pt x="11429" y="2121367"/>
                  </a:cubicBezTo>
                  <a:cubicBezTo>
                    <a:pt x="9856" y="2128607"/>
                    <a:pt x="9856" y="2134400"/>
                    <a:pt x="9856" y="2138744"/>
                  </a:cubicBezTo>
                  <a:lnTo>
                    <a:pt x="14573" y="2169155"/>
                  </a:lnTo>
                  <a:cubicBezTo>
                    <a:pt x="16145" y="2182188"/>
                    <a:pt x="13001" y="2195221"/>
                    <a:pt x="30294" y="2199565"/>
                  </a:cubicBezTo>
                  <a:cubicBezTo>
                    <a:pt x="25578" y="2206806"/>
                    <a:pt x="25578" y="2240112"/>
                    <a:pt x="31867" y="2241561"/>
                  </a:cubicBezTo>
                  <a:cubicBezTo>
                    <a:pt x="42872" y="2245905"/>
                    <a:pt x="46016" y="2258938"/>
                    <a:pt x="55449" y="2264731"/>
                  </a:cubicBezTo>
                  <a:cubicBezTo>
                    <a:pt x="57021" y="2266179"/>
                    <a:pt x="58593" y="2269075"/>
                    <a:pt x="58593" y="2269075"/>
                  </a:cubicBezTo>
                  <a:cubicBezTo>
                    <a:pt x="46016" y="2282108"/>
                    <a:pt x="64882" y="2276316"/>
                    <a:pt x="68026" y="2282108"/>
                  </a:cubicBezTo>
                  <a:cubicBezTo>
                    <a:pt x="64882" y="2289349"/>
                    <a:pt x="58593" y="2296589"/>
                    <a:pt x="57021" y="2305278"/>
                  </a:cubicBezTo>
                  <a:cubicBezTo>
                    <a:pt x="55449" y="2313967"/>
                    <a:pt x="57021" y="2321207"/>
                    <a:pt x="71171" y="2316863"/>
                  </a:cubicBezTo>
                  <a:cubicBezTo>
                    <a:pt x="69598" y="2329896"/>
                    <a:pt x="68026" y="2341481"/>
                    <a:pt x="66454" y="2354514"/>
                  </a:cubicBezTo>
                  <a:cubicBezTo>
                    <a:pt x="68026" y="2354514"/>
                    <a:pt x="69598" y="2353066"/>
                    <a:pt x="69598" y="2353066"/>
                  </a:cubicBezTo>
                  <a:cubicBezTo>
                    <a:pt x="74315" y="2363202"/>
                    <a:pt x="77459" y="2371891"/>
                    <a:pt x="82176" y="2380580"/>
                  </a:cubicBezTo>
                  <a:cubicBezTo>
                    <a:pt x="90037" y="2380580"/>
                    <a:pt x="97897" y="2382028"/>
                    <a:pt x="107330" y="2383476"/>
                  </a:cubicBezTo>
                  <a:lnTo>
                    <a:pt x="107330" y="2387821"/>
                  </a:lnTo>
                  <a:cubicBezTo>
                    <a:pt x="102614" y="2389269"/>
                    <a:pt x="97897" y="2390717"/>
                    <a:pt x="93181" y="2392165"/>
                  </a:cubicBezTo>
                  <a:cubicBezTo>
                    <a:pt x="94753" y="2393613"/>
                    <a:pt x="97897" y="2393613"/>
                    <a:pt x="97897" y="2393613"/>
                  </a:cubicBezTo>
                  <a:cubicBezTo>
                    <a:pt x="99470" y="2415335"/>
                    <a:pt x="119908" y="2412439"/>
                    <a:pt x="134057" y="2418231"/>
                  </a:cubicBezTo>
                  <a:cubicBezTo>
                    <a:pt x="140346" y="2421127"/>
                    <a:pt x="148207" y="2422575"/>
                    <a:pt x="152923" y="2421127"/>
                  </a:cubicBezTo>
                  <a:cubicBezTo>
                    <a:pt x="162356" y="2416783"/>
                    <a:pt x="168645" y="2418231"/>
                    <a:pt x="168645" y="2426920"/>
                  </a:cubicBezTo>
                  <a:cubicBezTo>
                    <a:pt x="168645" y="2431264"/>
                    <a:pt x="165500" y="2437057"/>
                    <a:pt x="163928" y="2439953"/>
                  </a:cubicBezTo>
                  <a:cubicBezTo>
                    <a:pt x="174933" y="2439953"/>
                    <a:pt x="192227" y="2444297"/>
                    <a:pt x="201660" y="2438505"/>
                  </a:cubicBezTo>
                  <a:cubicBezTo>
                    <a:pt x="223670" y="2425472"/>
                    <a:pt x="244108" y="2437057"/>
                    <a:pt x="264546" y="2432712"/>
                  </a:cubicBezTo>
                  <a:cubicBezTo>
                    <a:pt x="275551" y="2429816"/>
                    <a:pt x="284984" y="2429816"/>
                    <a:pt x="300706" y="2426920"/>
                  </a:cubicBezTo>
                  <a:cubicBezTo>
                    <a:pt x="308567" y="2432712"/>
                    <a:pt x="316428" y="2431264"/>
                    <a:pt x="318000" y="2424024"/>
                  </a:cubicBezTo>
                  <a:cubicBezTo>
                    <a:pt x="330577" y="2424024"/>
                    <a:pt x="341582" y="2424024"/>
                    <a:pt x="352587" y="2422575"/>
                  </a:cubicBezTo>
                  <a:cubicBezTo>
                    <a:pt x="369881" y="2419679"/>
                    <a:pt x="385603" y="2415335"/>
                    <a:pt x="402897" y="2413887"/>
                  </a:cubicBezTo>
                  <a:cubicBezTo>
                    <a:pt x="413902" y="2412439"/>
                    <a:pt x="426479" y="2415335"/>
                    <a:pt x="439056" y="2413887"/>
                  </a:cubicBezTo>
                  <a:cubicBezTo>
                    <a:pt x="445345" y="2412439"/>
                    <a:pt x="450061" y="2403750"/>
                    <a:pt x="456350" y="2399405"/>
                  </a:cubicBezTo>
                  <a:cubicBezTo>
                    <a:pt x="462639" y="2413887"/>
                    <a:pt x="475216" y="2415335"/>
                    <a:pt x="495654" y="2405198"/>
                  </a:cubicBezTo>
                  <a:cubicBezTo>
                    <a:pt x="487793" y="2399405"/>
                    <a:pt x="478360" y="2395061"/>
                    <a:pt x="470499" y="2390717"/>
                  </a:cubicBezTo>
                  <a:cubicBezTo>
                    <a:pt x="478360" y="2387821"/>
                    <a:pt x="484649" y="2383476"/>
                    <a:pt x="490937" y="2382028"/>
                  </a:cubicBezTo>
                  <a:cubicBezTo>
                    <a:pt x="497226" y="2382028"/>
                    <a:pt x="501943" y="2383476"/>
                    <a:pt x="506659" y="2383476"/>
                  </a:cubicBezTo>
                  <a:cubicBezTo>
                    <a:pt x="511376" y="2383476"/>
                    <a:pt x="516092" y="2383476"/>
                    <a:pt x="520809" y="2382028"/>
                  </a:cubicBezTo>
                  <a:cubicBezTo>
                    <a:pt x="525525" y="2380580"/>
                    <a:pt x="528669" y="2379132"/>
                    <a:pt x="531814" y="2376236"/>
                  </a:cubicBezTo>
                  <a:cubicBezTo>
                    <a:pt x="531814" y="2380580"/>
                    <a:pt x="533386" y="2386373"/>
                    <a:pt x="533386" y="2390717"/>
                  </a:cubicBezTo>
                  <a:cubicBezTo>
                    <a:pt x="533386" y="2395061"/>
                    <a:pt x="530242" y="2399405"/>
                    <a:pt x="528669" y="2403750"/>
                  </a:cubicBezTo>
                  <a:cubicBezTo>
                    <a:pt x="533386" y="2403750"/>
                    <a:pt x="538102" y="2403750"/>
                    <a:pt x="544391" y="2402302"/>
                  </a:cubicBezTo>
                  <a:cubicBezTo>
                    <a:pt x="550680" y="2410990"/>
                    <a:pt x="533386" y="2429816"/>
                    <a:pt x="556968" y="2431264"/>
                  </a:cubicBezTo>
                  <a:cubicBezTo>
                    <a:pt x="555396" y="2437057"/>
                    <a:pt x="553824" y="2441401"/>
                    <a:pt x="552252" y="2447193"/>
                  </a:cubicBezTo>
                  <a:cubicBezTo>
                    <a:pt x="561685" y="2447193"/>
                    <a:pt x="571118" y="2448642"/>
                    <a:pt x="585267" y="2450090"/>
                  </a:cubicBezTo>
                  <a:cubicBezTo>
                    <a:pt x="578978" y="2457330"/>
                    <a:pt x="574262" y="2463123"/>
                    <a:pt x="567973" y="2468915"/>
                  </a:cubicBezTo>
                  <a:cubicBezTo>
                    <a:pt x="572690" y="2467467"/>
                    <a:pt x="577406" y="2467467"/>
                    <a:pt x="586839" y="2466019"/>
                  </a:cubicBezTo>
                  <a:cubicBezTo>
                    <a:pt x="566401" y="2483396"/>
                    <a:pt x="588411" y="2484844"/>
                    <a:pt x="596272" y="2494981"/>
                  </a:cubicBezTo>
                  <a:cubicBezTo>
                    <a:pt x="600989" y="2483396"/>
                    <a:pt x="604133" y="2476156"/>
                    <a:pt x="605705" y="2470363"/>
                  </a:cubicBezTo>
                  <a:cubicBezTo>
                    <a:pt x="613566" y="2477604"/>
                    <a:pt x="622999" y="2486292"/>
                    <a:pt x="632432" y="2496429"/>
                  </a:cubicBezTo>
                  <a:cubicBezTo>
                    <a:pt x="634004" y="2496429"/>
                    <a:pt x="637148" y="2493533"/>
                    <a:pt x="638721" y="2494981"/>
                  </a:cubicBezTo>
                  <a:cubicBezTo>
                    <a:pt x="656014" y="2502222"/>
                    <a:pt x="663875" y="2494981"/>
                    <a:pt x="670164" y="2480500"/>
                  </a:cubicBezTo>
                  <a:cubicBezTo>
                    <a:pt x="671736" y="2477604"/>
                    <a:pt x="679597" y="2476156"/>
                    <a:pt x="681169" y="2474708"/>
                  </a:cubicBezTo>
                  <a:cubicBezTo>
                    <a:pt x="678025" y="2483396"/>
                    <a:pt x="673308" y="2492085"/>
                    <a:pt x="668592" y="2502222"/>
                  </a:cubicBezTo>
                  <a:cubicBezTo>
                    <a:pt x="649726" y="2505118"/>
                    <a:pt x="627715" y="2509463"/>
                    <a:pt x="605705" y="2513807"/>
                  </a:cubicBezTo>
                  <a:cubicBezTo>
                    <a:pt x="585267" y="2518151"/>
                    <a:pt x="564829" y="2525392"/>
                    <a:pt x="542819" y="2528288"/>
                  </a:cubicBezTo>
                  <a:cubicBezTo>
                    <a:pt x="512948" y="2532632"/>
                    <a:pt x="483077" y="2535529"/>
                    <a:pt x="451633" y="2539873"/>
                  </a:cubicBezTo>
                  <a:cubicBezTo>
                    <a:pt x="415474" y="2545665"/>
                    <a:pt x="379314" y="2551458"/>
                    <a:pt x="343154" y="2558698"/>
                  </a:cubicBezTo>
                  <a:cubicBezTo>
                    <a:pt x="313283" y="2564491"/>
                    <a:pt x="284984" y="2573180"/>
                    <a:pt x="255113" y="2578972"/>
                  </a:cubicBezTo>
                  <a:cubicBezTo>
                    <a:pt x="234675" y="2583317"/>
                    <a:pt x="214237" y="2584765"/>
                    <a:pt x="195371" y="2592005"/>
                  </a:cubicBezTo>
                  <a:cubicBezTo>
                    <a:pt x="176505" y="2599246"/>
                    <a:pt x="149779" y="2597798"/>
                    <a:pt x="143490" y="2622416"/>
                  </a:cubicBezTo>
                  <a:cubicBezTo>
                    <a:pt x="132485" y="2616623"/>
                    <a:pt x="124624" y="2619519"/>
                    <a:pt x="123052" y="2629656"/>
                  </a:cubicBezTo>
                  <a:cubicBezTo>
                    <a:pt x="123052" y="2632552"/>
                    <a:pt x="121480" y="2635449"/>
                    <a:pt x="118335" y="2635449"/>
                  </a:cubicBezTo>
                  <a:cubicBezTo>
                    <a:pt x="101042" y="2639793"/>
                    <a:pt x="105758" y="2648482"/>
                    <a:pt x="113619" y="2657170"/>
                  </a:cubicBezTo>
                  <a:cubicBezTo>
                    <a:pt x="123052" y="2667307"/>
                    <a:pt x="123052" y="2677444"/>
                    <a:pt x="121480" y="2689029"/>
                  </a:cubicBezTo>
                  <a:cubicBezTo>
                    <a:pt x="118335" y="2704958"/>
                    <a:pt x="115191" y="2722336"/>
                    <a:pt x="112047" y="2738265"/>
                  </a:cubicBezTo>
                  <a:cubicBezTo>
                    <a:pt x="112047" y="2742610"/>
                    <a:pt x="116763" y="2746954"/>
                    <a:pt x="119908" y="2751298"/>
                  </a:cubicBezTo>
                  <a:lnTo>
                    <a:pt x="124624" y="2759987"/>
                  </a:lnTo>
                  <a:lnTo>
                    <a:pt x="124624" y="2784605"/>
                  </a:lnTo>
                  <a:cubicBezTo>
                    <a:pt x="130913" y="2784605"/>
                    <a:pt x="138774" y="2783156"/>
                    <a:pt x="146634" y="2783156"/>
                  </a:cubicBezTo>
                  <a:cubicBezTo>
                    <a:pt x="146634" y="2783156"/>
                    <a:pt x="146634" y="2784605"/>
                    <a:pt x="148207" y="2784605"/>
                  </a:cubicBezTo>
                  <a:cubicBezTo>
                    <a:pt x="143490" y="2786053"/>
                    <a:pt x="140346" y="2787501"/>
                    <a:pt x="135629" y="2790397"/>
                  </a:cubicBezTo>
                  <a:cubicBezTo>
                    <a:pt x="145062" y="2800534"/>
                    <a:pt x="127768" y="2826600"/>
                    <a:pt x="165500" y="2820808"/>
                  </a:cubicBezTo>
                  <a:cubicBezTo>
                    <a:pt x="154495" y="2829496"/>
                    <a:pt x="148207" y="2835289"/>
                    <a:pt x="143490" y="2838185"/>
                  </a:cubicBezTo>
                  <a:cubicBezTo>
                    <a:pt x="146634" y="2845426"/>
                    <a:pt x="149779" y="2849770"/>
                    <a:pt x="151351" y="2854114"/>
                  </a:cubicBezTo>
                  <a:cubicBezTo>
                    <a:pt x="145062" y="2858459"/>
                    <a:pt x="140346" y="2862803"/>
                    <a:pt x="135629" y="2865699"/>
                  </a:cubicBezTo>
                  <a:cubicBezTo>
                    <a:pt x="141918" y="2871492"/>
                    <a:pt x="148207" y="2875836"/>
                    <a:pt x="151351" y="2880181"/>
                  </a:cubicBezTo>
                  <a:cubicBezTo>
                    <a:pt x="157639" y="2874388"/>
                    <a:pt x="163928" y="2868596"/>
                    <a:pt x="170217" y="2868596"/>
                  </a:cubicBezTo>
                  <a:cubicBezTo>
                    <a:pt x="176505" y="2868596"/>
                    <a:pt x="184366" y="2878732"/>
                    <a:pt x="192227" y="2884525"/>
                  </a:cubicBezTo>
                  <a:cubicBezTo>
                    <a:pt x="192227" y="2885973"/>
                    <a:pt x="187511" y="2887421"/>
                    <a:pt x="185938" y="2887421"/>
                  </a:cubicBezTo>
                  <a:cubicBezTo>
                    <a:pt x="174933" y="2875836"/>
                    <a:pt x="163928" y="2874388"/>
                    <a:pt x="152923" y="2887421"/>
                  </a:cubicBezTo>
                  <a:cubicBezTo>
                    <a:pt x="152923" y="2887421"/>
                    <a:pt x="151351" y="2887421"/>
                    <a:pt x="151351" y="2885973"/>
                  </a:cubicBezTo>
                  <a:cubicBezTo>
                    <a:pt x="151351" y="2884525"/>
                    <a:pt x="151351" y="2884525"/>
                    <a:pt x="149779" y="2883077"/>
                  </a:cubicBezTo>
                  <a:cubicBezTo>
                    <a:pt x="143490" y="2888869"/>
                    <a:pt x="145062" y="2893214"/>
                    <a:pt x="152923" y="2897558"/>
                  </a:cubicBezTo>
                  <a:cubicBezTo>
                    <a:pt x="163928" y="2903350"/>
                    <a:pt x="162356" y="2907695"/>
                    <a:pt x="156067" y="2914935"/>
                  </a:cubicBezTo>
                  <a:cubicBezTo>
                    <a:pt x="159212" y="2916384"/>
                    <a:pt x="163928" y="2919280"/>
                    <a:pt x="163928" y="2920728"/>
                  </a:cubicBezTo>
                  <a:cubicBezTo>
                    <a:pt x="163928" y="2927968"/>
                    <a:pt x="179650" y="2932313"/>
                    <a:pt x="167072" y="2941001"/>
                  </a:cubicBezTo>
                  <a:cubicBezTo>
                    <a:pt x="173361" y="2948242"/>
                    <a:pt x="176505" y="2955483"/>
                    <a:pt x="190655" y="2958379"/>
                  </a:cubicBezTo>
                  <a:cubicBezTo>
                    <a:pt x="203232" y="2961275"/>
                    <a:pt x="206376" y="2955483"/>
                    <a:pt x="214237" y="2954034"/>
                  </a:cubicBezTo>
                  <a:cubicBezTo>
                    <a:pt x="222098" y="2952586"/>
                    <a:pt x="231531" y="2956931"/>
                    <a:pt x="239392" y="2958379"/>
                  </a:cubicBezTo>
                  <a:cubicBezTo>
                    <a:pt x="242536" y="2958379"/>
                    <a:pt x="245680" y="2954034"/>
                    <a:pt x="245680" y="2952586"/>
                  </a:cubicBezTo>
                  <a:cubicBezTo>
                    <a:pt x="256686" y="2954034"/>
                    <a:pt x="267691" y="2956931"/>
                    <a:pt x="277124" y="2955483"/>
                  </a:cubicBezTo>
                  <a:cubicBezTo>
                    <a:pt x="291273" y="2954034"/>
                    <a:pt x="299134" y="2958379"/>
                    <a:pt x="300706" y="2969964"/>
                  </a:cubicBezTo>
                  <a:cubicBezTo>
                    <a:pt x="302278" y="2982997"/>
                    <a:pt x="310139" y="2984445"/>
                    <a:pt x="321144" y="2982997"/>
                  </a:cubicBezTo>
                  <a:cubicBezTo>
                    <a:pt x="330577" y="2981549"/>
                    <a:pt x="338438" y="2978652"/>
                    <a:pt x="347871" y="2977204"/>
                  </a:cubicBezTo>
                  <a:cubicBezTo>
                    <a:pt x="343154" y="2972860"/>
                    <a:pt x="336866" y="2968516"/>
                    <a:pt x="329005" y="2962723"/>
                  </a:cubicBezTo>
                  <a:cubicBezTo>
                    <a:pt x="336866" y="2961275"/>
                    <a:pt x="344727" y="2958379"/>
                    <a:pt x="351015" y="2958379"/>
                  </a:cubicBezTo>
                  <a:cubicBezTo>
                    <a:pt x="363592" y="2956931"/>
                    <a:pt x="374598" y="2955483"/>
                    <a:pt x="387175" y="2955483"/>
                  </a:cubicBezTo>
                  <a:cubicBezTo>
                    <a:pt x="391891" y="2955483"/>
                    <a:pt x="396608" y="2958379"/>
                    <a:pt x="401324" y="2962723"/>
                  </a:cubicBezTo>
                  <a:cubicBezTo>
                    <a:pt x="380886" y="2962723"/>
                    <a:pt x="362020" y="2962723"/>
                    <a:pt x="347871" y="2977204"/>
                  </a:cubicBezTo>
                  <a:cubicBezTo>
                    <a:pt x="352587" y="2978652"/>
                    <a:pt x="358876" y="2980101"/>
                    <a:pt x="363592" y="2980101"/>
                  </a:cubicBezTo>
                  <a:cubicBezTo>
                    <a:pt x="390319" y="2978652"/>
                    <a:pt x="418618" y="2977204"/>
                    <a:pt x="445345" y="2975756"/>
                  </a:cubicBezTo>
                  <a:cubicBezTo>
                    <a:pt x="472072" y="2974308"/>
                    <a:pt x="497226" y="2971412"/>
                    <a:pt x="525525" y="2969964"/>
                  </a:cubicBezTo>
                  <a:cubicBezTo>
                    <a:pt x="533386" y="3000374"/>
                    <a:pt x="541247" y="3029336"/>
                    <a:pt x="547535" y="3058299"/>
                  </a:cubicBezTo>
                  <a:cubicBezTo>
                    <a:pt x="544391" y="3059747"/>
                    <a:pt x="541247" y="3061195"/>
                    <a:pt x="538102" y="3061195"/>
                  </a:cubicBezTo>
                  <a:cubicBezTo>
                    <a:pt x="542819" y="3066988"/>
                    <a:pt x="549107" y="3072780"/>
                    <a:pt x="550680" y="3078573"/>
                  </a:cubicBezTo>
                  <a:cubicBezTo>
                    <a:pt x="552252" y="3087261"/>
                    <a:pt x="550680" y="3095950"/>
                    <a:pt x="550680" y="3101742"/>
                  </a:cubicBezTo>
                  <a:cubicBezTo>
                    <a:pt x="561685" y="3104639"/>
                    <a:pt x="567973" y="3106087"/>
                    <a:pt x="575834" y="3107535"/>
                  </a:cubicBezTo>
                  <a:cubicBezTo>
                    <a:pt x="574262" y="3107535"/>
                    <a:pt x="572690" y="3108983"/>
                    <a:pt x="569546" y="3108983"/>
                  </a:cubicBezTo>
                  <a:cubicBezTo>
                    <a:pt x="571118" y="3119120"/>
                    <a:pt x="574262" y="3130705"/>
                    <a:pt x="575834" y="3145186"/>
                  </a:cubicBezTo>
                  <a:lnTo>
                    <a:pt x="600989" y="3145186"/>
                  </a:lnTo>
                  <a:cubicBezTo>
                    <a:pt x="605705" y="3145186"/>
                    <a:pt x="610422" y="3148082"/>
                    <a:pt x="611994" y="3149530"/>
                  </a:cubicBezTo>
                  <a:cubicBezTo>
                    <a:pt x="618282" y="3166908"/>
                    <a:pt x="632432" y="3172700"/>
                    <a:pt x="651298" y="3168356"/>
                  </a:cubicBezTo>
                  <a:cubicBezTo>
                    <a:pt x="659159" y="3166908"/>
                    <a:pt x="668592" y="3166908"/>
                    <a:pt x="676452" y="3166908"/>
                  </a:cubicBezTo>
                  <a:lnTo>
                    <a:pt x="695318" y="3166908"/>
                  </a:lnTo>
                  <a:cubicBezTo>
                    <a:pt x="701607" y="3166908"/>
                    <a:pt x="707896" y="3165460"/>
                    <a:pt x="714184" y="3164012"/>
                  </a:cubicBezTo>
                  <a:cubicBezTo>
                    <a:pt x="715756" y="3159667"/>
                    <a:pt x="715756" y="3155323"/>
                    <a:pt x="717329" y="3149530"/>
                  </a:cubicBezTo>
                  <a:cubicBezTo>
                    <a:pt x="722045" y="3149530"/>
                    <a:pt x="725189" y="3148082"/>
                    <a:pt x="729906" y="3148082"/>
                  </a:cubicBezTo>
                  <a:cubicBezTo>
                    <a:pt x="759777" y="3145186"/>
                    <a:pt x="791220" y="3140842"/>
                    <a:pt x="822663" y="3137945"/>
                  </a:cubicBezTo>
                  <a:cubicBezTo>
                    <a:pt x="822663" y="3137945"/>
                    <a:pt x="824236" y="3140842"/>
                    <a:pt x="825808" y="3145186"/>
                  </a:cubicBezTo>
                  <a:cubicBezTo>
                    <a:pt x="821091" y="3146634"/>
                    <a:pt x="817947" y="3148082"/>
                    <a:pt x="814803" y="3149530"/>
                  </a:cubicBezTo>
                  <a:cubicBezTo>
                    <a:pt x="827380" y="3161115"/>
                    <a:pt x="844674" y="3162564"/>
                    <a:pt x="855679" y="3153875"/>
                  </a:cubicBezTo>
                  <a:cubicBezTo>
                    <a:pt x="849390" y="3149530"/>
                    <a:pt x="844674" y="3146634"/>
                    <a:pt x="836813" y="3142290"/>
                  </a:cubicBezTo>
                  <a:lnTo>
                    <a:pt x="841529" y="3137945"/>
                  </a:lnTo>
                  <a:lnTo>
                    <a:pt x="854107" y="3137945"/>
                  </a:lnTo>
                  <a:lnTo>
                    <a:pt x="854107" y="3136497"/>
                  </a:lnTo>
                  <a:cubicBezTo>
                    <a:pt x="860395" y="3137945"/>
                    <a:pt x="865112" y="3140842"/>
                    <a:pt x="871400" y="3136497"/>
                  </a:cubicBezTo>
                  <a:lnTo>
                    <a:pt x="877689" y="3136497"/>
                  </a:lnTo>
                  <a:lnTo>
                    <a:pt x="932715" y="3139393"/>
                  </a:lnTo>
                  <a:cubicBezTo>
                    <a:pt x="939003" y="3139393"/>
                    <a:pt x="942148" y="3137945"/>
                    <a:pt x="945292" y="3135049"/>
                  </a:cubicBezTo>
                  <a:cubicBezTo>
                    <a:pt x="953153" y="3146634"/>
                    <a:pt x="959441" y="3156771"/>
                    <a:pt x="967302" y="3169804"/>
                  </a:cubicBezTo>
                  <a:cubicBezTo>
                    <a:pt x="965730" y="3169804"/>
                    <a:pt x="962586" y="3171252"/>
                    <a:pt x="959441" y="3171252"/>
                  </a:cubicBezTo>
                  <a:cubicBezTo>
                    <a:pt x="979879" y="3201663"/>
                    <a:pt x="992457" y="3233521"/>
                    <a:pt x="973591" y="3268276"/>
                  </a:cubicBezTo>
                  <a:cubicBezTo>
                    <a:pt x="975163" y="3279861"/>
                    <a:pt x="978307" y="3291446"/>
                    <a:pt x="979879" y="3305927"/>
                  </a:cubicBezTo>
                  <a:lnTo>
                    <a:pt x="995601" y="3305927"/>
                  </a:lnTo>
                  <a:cubicBezTo>
                    <a:pt x="992457" y="3313168"/>
                    <a:pt x="989312" y="3317512"/>
                    <a:pt x="987740" y="3321856"/>
                  </a:cubicBezTo>
                  <a:cubicBezTo>
                    <a:pt x="987740" y="3329097"/>
                    <a:pt x="1005034" y="3331993"/>
                    <a:pt x="992457" y="3342130"/>
                  </a:cubicBezTo>
                  <a:lnTo>
                    <a:pt x="995601" y="3347922"/>
                  </a:lnTo>
                  <a:cubicBezTo>
                    <a:pt x="1011323" y="3366748"/>
                    <a:pt x="1028616" y="3384125"/>
                    <a:pt x="1045910" y="3405847"/>
                  </a:cubicBezTo>
                  <a:cubicBezTo>
                    <a:pt x="1033333" y="3411640"/>
                    <a:pt x="1022328" y="3417432"/>
                    <a:pt x="1008178" y="3423225"/>
                  </a:cubicBezTo>
                  <a:cubicBezTo>
                    <a:pt x="1022328" y="3424673"/>
                    <a:pt x="1023900" y="3431913"/>
                    <a:pt x="1019183" y="3442050"/>
                  </a:cubicBezTo>
                  <a:cubicBezTo>
                    <a:pt x="1017611" y="3444946"/>
                    <a:pt x="1020756" y="3452187"/>
                    <a:pt x="1022328" y="3453635"/>
                  </a:cubicBezTo>
                  <a:cubicBezTo>
                    <a:pt x="1039622" y="3457979"/>
                    <a:pt x="1055343" y="3473909"/>
                    <a:pt x="1075781" y="3468116"/>
                  </a:cubicBezTo>
                  <a:cubicBezTo>
                    <a:pt x="1075781" y="3471012"/>
                    <a:pt x="1074209" y="3475357"/>
                    <a:pt x="1072637" y="3476805"/>
                  </a:cubicBezTo>
                  <a:cubicBezTo>
                    <a:pt x="1060060" y="3482597"/>
                    <a:pt x="1047482" y="3486942"/>
                    <a:pt x="1034905" y="3492734"/>
                  </a:cubicBezTo>
                  <a:lnTo>
                    <a:pt x="1053771" y="3501423"/>
                  </a:lnTo>
                  <a:cubicBezTo>
                    <a:pt x="1056915" y="3497079"/>
                    <a:pt x="1058487" y="3492734"/>
                    <a:pt x="1061632" y="3488390"/>
                  </a:cubicBezTo>
                  <a:cubicBezTo>
                    <a:pt x="1071065" y="3492734"/>
                    <a:pt x="1078926" y="3495631"/>
                    <a:pt x="1088358" y="3499975"/>
                  </a:cubicBezTo>
                  <a:cubicBezTo>
                    <a:pt x="1083642" y="3502871"/>
                    <a:pt x="1080498" y="3504319"/>
                    <a:pt x="1077353" y="3505767"/>
                  </a:cubicBezTo>
                  <a:cubicBezTo>
                    <a:pt x="1080498" y="3507215"/>
                    <a:pt x="1083642" y="3510112"/>
                    <a:pt x="1088358" y="3511559"/>
                  </a:cubicBezTo>
                  <a:cubicBezTo>
                    <a:pt x="1093075" y="3512830"/>
                    <a:pt x="1097791" y="3511559"/>
                    <a:pt x="1100936" y="3512830"/>
                  </a:cubicBezTo>
                  <a:cubicBezTo>
                    <a:pt x="1108797" y="3505767"/>
                    <a:pt x="1115085" y="3497079"/>
                    <a:pt x="1122946" y="3492734"/>
                  </a:cubicBezTo>
                  <a:cubicBezTo>
                    <a:pt x="1132379" y="3488390"/>
                    <a:pt x="1388641" y="3463772"/>
                    <a:pt x="1398074" y="3462324"/>
                  </a:cubicBezTo>
                  <a:cubicBezTo>
                    <a:pt x="1410651" y="3460875"/>
                    <a:pt x="1424801" y="3462324"/>
                    <a:pt x="1437378" y="3463772"/>
                  </a:cubicBezTo>
                  <a:lnTo>
                    <a:pt x="1404363" y="3476805"/>
                  </a:lnTo>
                  <a:lnTo>
                    <a:pt x="1409079" y="3485494"/>
                  </a:lnTo>
                  <a:cubicBezTo>
                    <a:pt x="1424801" y="3484046"/>
                    <a:pt x="1437378" y="3484046"/>
                    <a:pt x="1449955" y="3481149"/>
                  </a:cubicBezTo>
                  <a:cubicBezTo>
                    <a:pt x="1457816" y="3479701"/>
                    <a:pt x="1470393" y="3481149"/>
                    <a:pt x="1471966" y="3469564"/>
                  </a:cubicBezTo>
                  <a:cubicBezTo>
                    <a:pt x="1482971" y="3476805"/>
                    <a:pt x="1493976" y="3478253"/>
                    <a:pt x="1508125" y="3472460"/>
                  </a:cubicBezTo>
                  <a:cubicBezTo>
                    <a:pt x="1515986" y="3469564"/>
                    <a:pt x="1525419" y="3469564"/>
                    <a:pt x="1533280" y="3468116"/>
                  </a:cubicBezTo>
                  <a:cubicBezTo>
                    <a:pt x="1552146" y="3466668"/>
                    <a:pt x="1571012" y="3465220"/>
                    <a:pt x="1589878" y="3462324"/>
                  </a:cubicBezTo>
                  <a:lnTo>
                    <a:pt x="1608744" y="3462324"/>
                  </a:lnTo>
                  <a:cubicBezTo>
                    <a:pt x="1610316" y="3459427"/>
                    <a:pt x="1610316" y="3455083"/>
                    <a:pt x="1610316" y="3455083"/>
                  </a:cubicBezTo>
                  <a:cubicBezTo>
                    <a:pt x="1627610" y="3455083"/>
                    <a:pt x="1641759" y="3456531"/>
                    <a:pt x="1657481" y="3456531"/>
                  </a:cubicBezTo>
                  <a:cubicBezTo>
                    <a:pt x="1674774" y="3456531"/>
                    <a:pt x="1682635" y="3446394"/>
                    <a:pt x="1676347" y="3430465"/>
                  </a:cubicBezTo>
                  <a:cubicBezTo>
                    <a:pt x="1681063" y="3430465"/>
                    <a:pt x="1687352" y="3431913"/>
                    <a:pt x="1690496" y="3431913"/>
                  </a:cubicBezTo>
                  <a:cubicBezTo>
                    <a:pt x="1692068" y="3437706"/>
                    <a:pt x="1690496" y="3444946"/>
                    <a:pt x="1693640" y="3446394"/>
                  </a:cubicBezTo>
                  <a:cubicBezTo>
                    <a:pt x="1698357" y="3449290"/>
                    <a:pt x="1706218" y="3449290"/>
                    <a:pt x="1712506" y="3447842"/>
                  </a:cubicBezTo>
                  <a:cubicBezTo>
                    <a:pt x="1720367" y="3446394"/>
                    <a:pt x="1729800" y="3439154"/>
                    <a:pt x="1732944" y="3442050"/>
                  </a:cubicBezTo>
                  <a:cubicBezTo>
                    <a:pt x="1748666" y="3453635"/>
                    <a:pt x="1759671" y="3443498"/>
                    <a:pt x="1767532" y="3437706"/>
                  </a:cubicBezTo>
                  <a:cubicBezTo>
                    <a:pt x="1773820" y="3439154"/>
                    <a:pt x="1776965" y="3443498"/>
                    <a:pt x="1780109" y="3442050"/>
                  </a:cubicBezTo>
                  <a:cubicBezTo>
                    <a:pt x="1787970" y="3440602"/>
                    <a:pt x="1797403" y="3439154"/>
                    <a:pt x="1805264" y="3437706"/>
                  </a:cubicBezTo>
                  <a:cubicBezTo>
                    <a:pt x="1822557" y="3433362"/>
                    <a:pt x="1841423" y="3430465"/>
                    <a:pt x="1858717" y="3430465"/>
                  </a:cubicBezTo>
                  <a:cubicBezTo>
                    <a:pt x="1882299" y="3429017"/>
                    <a:pt x="1904310" y="3423225"/>
                    <a:pt x="1927892" y="3421776"/>
                  </a:cubicBezTo>
                  <a:cubicBezTo>
                    <a:pt x="1938897" y="3420328"/>
                    <a:pt x="1949902" y="3423225"/>
                    <a:pt x="1960908" y="3424673"/>
                  </a:cubicBezTo>
                  <a:cubicBezTo>
                    <a:pt x="1964052" y="3424673"/>
                    <a:pt x="1968768" y="3424673"/>
                    <a:pt x="1968768" y="3423225"/>
                  </a:cubicBezTo>
                  <a:cubicBezTo>
                    <a:pt x="1968768" y="3408743"/>
                    <a:pt x="1993923" y="3415984"/>
                    <a:pt x="1990779" y="3400055"/>
                  </a:cubicBezTo>
                  <a:cubicBezTo>
                    <a:pt x="1993923" y="3401503"/>
                    <a:pt x="1997067" y="3401503"/>
                    <a:pt x="1998639" y="3404399"/>
                  </a:cubicBezTo>
                  <a:cubicBezTo>
                    <a:pt x="2003356" y="3408743"/>
                    <a:pt x="2006500" y="3413088"/>
                    <a:pt x="2011217" y="3417432"/>
                  </a:cubicBezTo>
                  <a:cubicBezTo>
                    <a:pt x="2011217" y="3411640"/>
                    <a:pt x="2011217" y="3407295"/>
                    <a:pt x="2009645" y="3401503"/>
                  </a:cubicBezTo>
                  <a:cubicBezTo>
                    <a:pt x="2025366" y="3408743"/>
                    <a:pt x="2041088" y="3415984"/>
                    <a:pt x="2052093" y="3421776"/>
                  </a:cubicBezTo>
                  <a:cubicBezTo>
                    <a:pt x="2063098" y="3414536"/>
                    <a:pt x="2072531" y="3411640"/>
                    <a:pt x="2078820" y="3404399"/>
                  </a:cubicBezTo>
                  <a:cubicBezTo>
                    <a:pt x="2085108" y="3395710"/>
                    <a:pt x="2083536" y="3394262"/>
                    <a:pt x="2094541" y="3401503"/>
                  </a:cubicBezTo>
                  <a:cubicBezTo>
                    <a:pt x="2092969" y="3402951"/>
                    <a:pt x="2089825" y="3404399"/>
                    <a:pt x="2086680" y="3407295"/>
                  </a:cubicBezTo>
                  <a:cubicBezTo>
                    <a:pt x="2105546" y="3402951"/>
                    <a:pt x="2122840" y="3394262"/>
                    <a:pt x="2141706" y="3395710"/>
                  </a:cubicBezTo>
                  <a:cubicBezTo>
                    <a:pt x="2160572" y="3395710"/>
                    <a:pt x="2179438" y="3398606"/>
                    <a:pt x="2196732" y="3388470"/>
                  </a:cubicBezTo>
                  <a:cubicBezTo>
                    <a:pt x="2198304" y="3392814"/>
                    <a:pt x="2198304" y="3397158"/>
                    <a:pt x="2201448" y="3398606"/>
                  </a:cubicBezTo>
                  <a:cubicBezTo>
                    <a:pt x="2206165" y="3401503"/>
                    <a:pt x="2214026" y="3402951"/>
                    <a:pt x="2215598" y="3401503"/>
                  </a:cubicBezTo>
                  <a:cubicBezTo>
                    <a:pt x="2225031" y="3388470"/>
                    <a:pt x="2240752" y="3389918"/>
                    <a:pt x="2250185" y="3397158"/>
                  </a:cubicBezTo>
                  <a:cubicBezTo>
                    <a:pt x="2262762" y="3405847"/>
                    <a:pt x="2270623" y="3398606"/>
                    <a:pt x="2281628" y="3397158"/>
                  </a:cubicBezTo>
                  <a:cubicBezTo>
                    <a:pt x="2272195" y="3392814"/>
                    <a:pt x="2264335" y="3388470"/>
                    <a:pt x="2256474" y="3385573"/>
                  </a:cubicBezTo>
                  <a:cubicBezTo>
                    <a:pt x="2258046" y="3384125"/>
                    <a:pt x="2258046" y="3382677"/>
                    <a:pt x="2259618" y="3381229"/>
                  </a:cubicBezTo>
                  <a:cubicBezTo>
                    <a:pt x="2264335" y="3382677"/>
                    <a:pt x="2270623" y="3384125"/>
                    <a:pt x="2275340" y="3387022"/>
                  </a:cubicBezTo>
                  <a:cubicBezTo>
                    <a:pt x="2276912" y="3381229"/>
                    <a:pt x="2280056" y="3376885"/>
                    <a:pt x="2281628" y="3372540"/>
                  </a:cubicBezTo>
                  <a:cubicBezTo>
                    <a:pt x="2297350" y="3379781"/>
                    <a:pt x="2311499" y="3385573"/>
                    <a:pt x="2328793" y="3375437"/>
                  </a:cubicBezTo>
                  <a:cubicBezTo>
                    <a:pt x="2331938" y="3373988"/>
                    <a:pt x="2344515" y="3365300"/>
                    <a:pt x="2341370" y="3379781"/>
                  </a:cubicBezTo>
                  <a:cubicBezTo>
                    <a:pt x="2333510" y="3384125"/>
                    <a:pt x="2325649" y="3388470"/>
                    <a:pt x="2317788" y="3391366"/>
                  </a:cubicBezTo>
                  <a:cubicBezTo>
                    <a:pt x="2317788" y="3392814"/>
                    <a:pt x="2319360" y="3392814"/>
                    <a:pt x="2319360" y="3394262"/>
                  </a:cubicBezTo>
                  <a:cubicBezTo>
                    <a:pt x="2328793" y="3392814"/>
                    <a:pt x="2339798" y="3391366"/>
                    <a:pt x="2350803" y="3389918"/>
                  </a:cubicBezTo>
                  <a:cubicBezTo>
                    <a:pt x="2347659" y="3385573"/>
                    <a:pt x="2346087" y="3382677"/>
                    <a:pt x="2344515" y="3379781"/>
                  </a:cubicBezTo>
                  <a:cubicBezTo>
                    <a:pt x="2355520" y="3381229"/>
                    <a:pt x="2368097" y="3382677"/>
                    <a:pt x="2379102" y="3381229"/>
                  </a:cubicBezTo>
                  <a:cubicBezTo>
                    <a:pt x="2402685" y="3379781"/>
                    <a:pt x="2419978" y="3358059"/>
                    <a:pt x="2448277" y="3366748"/>
                  </a:cubicBezTo>
                  <a:cubicBezTo>
                    <a:pt x="2457710" y="3369644"/>
                    <a:pt x="2479721" y="3366748"/>
                    <a:pt x="2481293" y="3347922"/>
                  </a:cubicBezTo>
                  <a:cubicBezTo>
                    <a:pt x="2481293" y="3352267"/>
                    <a:pt x="2481293" y="3358059"/>
                    <a:pt x="2482865" y="3360956"/>
                  </a:cubicBezTo>
                  <a:cubicBezTo>
                    <a:pt x="2498586" y="3356611"/>
                    <a:pt x="2512736" y="3352267"/>
                    <a:pt x="2528458" y="3347922"/>
                  </a:cubicBezTo>
                  <a:cubicBezTo>
                    <a:pt x="2528458" y="3349371"/>
                    <a:pt x="2525313" y="3353715"/>
                    <a:pt x="2526885" y="3356611"/>
                  </a:cubicBezTo>
                  <a:cubicBezTo>
                    <a:pt x="2526885" y="3360956"/>
                    <a:pt x="2530030" y="3365300"/>
                    <a:pt x="2533174" y="3368196"/>
                  </a:cubicBezTo>
                  <a:cubicBezTo>
                    <a:pt x="2534746" y="3369644"/>
                    <a:pt x="2542607" y="3368196"/>
                    <a:pt x="2542607" y="3366748"/>
                  </a:cubicBezTo>
                  <a:cubicBezTo>
                    <a:pt x="2545751" y="3353715"/>
                    <a:pt x="2556756" y="3355163"/>
                    <a:pt x="2567762" y="3355163"/>
                  </a:cubicBezTo>
                  <a:cubicBezTo>
                    <a:pt x="2577194" y="3355163"/>
                    <a:pt x="2588200" y="3353715"/>
                    <a:pt x="2599205" y="3352267"/>
                  </a:cubicBezTo>
                  <a:cubicBezTo>
                    <a:pt x="2603921" y="3345026"/>
                    <a:pt x="2607066" y="3333441"/>
                    <a:pt x="2622787" y="3347922"/>
                  </a:cubicBezTo>
                  <a:cubicBezTo>
                    <a:pt x="2629076" y="3353715"/>
                    <a:pt x="2644797" y="3352267"/>
                    <a:pt x="2646370" y="3340682"/>
                  </a:cubicBezTo>
                  <a:lnTo>
                    <a:pt x="2712400" y="3340682"/>
                  </a:lnTo>
                  <a:lnTo>
                    <a:pt x="2712400" y="3343578"/>
                  </a:lnTo>
                  <a:cubicBezTo>
                    <a:pt x="2720261" y="3342130"/>
                    <a:pt x="2728122" y="3339234"/>
                    <a:pt x="2734410" y="3337786"/>
                  </a:cubicBezTo>
                  <a:cubicBezTo>
                    <a:pt x="2739127" y="3345026"/>
                    <a:pt x="2743844" y="3352267"/>
                    <a:pt x="2750132" y="3360956"/>
                  </a:cubicBezTo>
                  <a:cubicBezTo>
                    <a:pt x="2761137" y="3333441"/>
                    <a:pt x="2773714" y="3327649"/>
                    <a:pt x="2795725" y="3337786"/>
                  </a:cubicBezTo>
                  <a:cubicBezTo>
                    <a:pt x="2798869" y="3339234"/>
                    <a:pt x="2798869" y="3346474"/>
                    <a:pt x="2800441" y="3352267"/>
                  </a:cubicBezTo>
                  <a:cubicBezTo>
                    <a:pt x="2802013" y="3350819"/>
                    <a:pt x="2811446" y="3347922"/>
                    <a:pt x="2811446" y="3346474"/>
                  </a:cubicBezTo>
                  <a:cubicBezTo>
                    <a:pt x="2809874" y="3334889"/>
                    <a:pt x="2827168" y="3343578"/>
                    <a:pt x="2825596" y="3334889"/>
                  </a:cubicBezTo>
                  <a:cubicBezTo>
                    <a:pt x="2839745" y="3340682"/>
                    <a:pt x="2842890" y="3331993"/>
                    <a:pt x="2846034" y="3326201"/>
                  </a:cubicBezTo>
                  <a:cubicBezTo>
                    <a:pt x="2839745" y="3321856"/>
                    <a:pt x="2836601" y="3318960"/>
                    <a:pt x="2831884" y="3314616"/>
                  </a:cubicBezTo>
                  <a:cubicBezTo>
                    <a:pt x="2833457" y="3313168"/>
                    <a:pt x="2833457" y="3311719"/>
                    <a:pt x="2835029" y="3310271"/>
                  </a:cubicBezTo>
                  <a:cubicBezTo>
                    <a:pt x="2847606" y="3317512"/>
                    <a:pt x="2860183" y="3324753"/>
                    <a:pt x="2868044" y="3329097"/>
                  </a:cubicBezTo>
                  <a:cubicBezTo>
                    <a:pt x="2880621" y="3327649"/>
                    <a:pt x="2891627" y="3327649"/>
                    <a:pt x="2902632" y="3326201"/>
                  </a:cubicBezTo>
                  <a:cubicBezTo>
                    <a:pt x="2913637" y="3324753"/>
                    <a:pt x="2924642" y="3320408"/>
                    <a:pt x="2937219" y="3317512"/>
                  </a:cubicBezTo>
                  <a:cubicBezTo>
                    <a:pt x="2938791" y="3320408"/>
                    <a:pt x="2940364" y="3321856"/>
                    <a:pt x="2941936" y="3324753"/>
                  </a:cubicBezTo>
                  <a:cubicBezTo>
                    <a:pt x="2946652" y="3318960"/>
                    <a:pt x="2949797" y="3313168"/>
                    <a:pt x="2956085" y="3303031"/>
                  </a:cubicBezTo>
                  <a:lnTo>
                    <a:pt x="2956085" y="3326201"/>
                  </a:lnTo>
                  <a:cubicBezTo>
                    <a:pt x="2970235" y="3317512"/>
                    <a:pt x="2981240" y="3310271"/>
                    <a:pt x="2990673" y="3303031"/>
                  </a:cubicBezTo>
                  <a:cubicBezTo>
                    <a:pt x="2996961" y="3313168"/>
                    <a:pt x="3001678" y="3323304"/>
                    <a:pt x="3006394" y="3331993"/>
                  </a:cubicBezTo>
                  <a:cubicBezTo>
                    <a:pt x="3007967" y="3331993"/>
                    <a:pt x="3007967" y="3330545"/>
                    <a:pt x="3009539" y="3330545"/>
                  </a:cubicBezTo>
                  <a:cubicBezTo>
                    <a:pt x="3007967" y="3324753"/>
                    <a:pt x="3006394" y="3318960"/>
                    <a:pt x="3003250" y="3311719"/>
                  </a:cubicBezTo>
                  <a:lnTo>
                    <a:pt x="3083430" y="3311719"/>
                  </a:lnTo>
                  <a:cubicBezTo>
                    <a:pt x="3091291" y="3298686"/>
                    <a:pt x="3108585" y="3297238"/>
                    <a:pt x="3122734" y="3310271"/>
                  </a:cubicBezTo>
                  <a:cubicBezTo>
                    <a:pt x="3143172" y="3329097"/>
                    <a:pt x="3146316" y="3329097"/>
                    <a:pt x="3158894" y="3301583"/>
                  </a:cubicBezTo>
                  <a:cubicBezTo>
                    <a:pt x="3165183" y="3304479"/>
                    <a:pt x="3171471" y="3307375"/>
                    <a:pt x="3179332" y="3311719"/>
                  </a:cubicBezTo>
                  <a:cubicBezTo>
                    <a:pt x="3188765" y="3292894"/>
                    <a:pt x="3204487" y="3292894"/>
                    <a:pt x="3223352" y="3298686"/>
                  </a:cubicBezTo>
                  <a:cubicBezTo>
                    <a:pt x="3232785" y="3301583"/>
                    <a:pt x="3243791" y="3295790"/>
                    <a:pt x="3254796" y="3292894"/>
                  </a:cubicBezTo>
                  <a:lnTo>
                    <a:pt x="3262657" y="3300135"/>
                  </a:lnTo>
                  <a:cubicBezTo>
                    <a:pt x="3272089" y="3297238"/>
                    <a:pt x="3279950" y="3295790"/>
                    <a:pt x="3287811" y="3292894"/>
                  </a:cubicBezTo>
                  <a:cubicBezTo>
                    <a:pt x="3289383" y="3297238"/>
                    <a:pt x="3289383" y="3300135"/>
                    <a:pt x="3290955" y="3307375"/>
                  </a:cubicBezTo>
                  <a:cubicBezTo>
                    <a:pt x="3297244" y="3301583"/>
                    <a:pt x="3301960" y="3295790"/>
                    <a:pt x="3309821" y="3288549"/>
                  </a:cubicBezTo>
                  <a:cubicBezTo>
                    <a:pt x="3316110" y="3295790"/>
                    <a:pt x="3320826" y="3303031"/>
                    <a:pt x="3327115" y="3310271"/>
                  </a:cubicBezTo>
                  <a:cubicBezTo>
                    <a:pt x="3338120" y="3310271"/>
                    <a:pt x="3355414" y="3318960"/>
                    <a:pt x="3358558" y="3295790"/>
                  </a:cubicBezTo>
                  <a:cubicBezTo>
                    <a:pt x="3358558" y="3292894"/>
                    <a:pt x="3367991" y="3288549"/>
                    <a:pt x="3372708" y="3287101"/>
                  </a:cubicBezTo>
                  <a:cubicBezTo>
                    <a:pt x="3382140" y="3285654"/>
                    <a:pt x="3391574" y="3284205"/>
                    <a:pt x="3401007" y="3284205"/>
                  </a:cubicBezTo>
                  <a:cubicBezTo>
                    <a:pt x="3397862" y="3278413"/>
                    <a:pt x="3394718" y="3274069"/>
                    <a:pt x="3390001" y="3266828"/>
                  </a:cubicBezTo>
                  <a:cubicBezTo>
                    <a:pt x="3402579" y="3269724"/>
                    <a:pt x="3412012" y="3269724"/>
                    <a:pt x="3419873" y="3272620"/>
                  </a:cubicBezTo>
                  <a:cubicBezTo>
                    <a:pt x="3437166" y="3279861"/>
                    <a:pt x="3451316" y="3279861"/>
                    <a:pt x="3468609" y="3268276"/>
                  </a:cubicBezTo>
                  <a:cubicBezTo>
                    <a:pt x="3465465" y="3266828"/>
                    <a:pt x="3462321" y="3263932"/>
                    <a:pt x="3459176" y="3262484"/>
                  </a:cubicBezTo>
                  <a:cubicBezTo>
                    <a:pt x="3460748" y="3258139"/>
                    <a:pt x="3463893" y="3253795"/>
                    <a:pt x="3465465" y="3249450"/>
                  </a:cubicBezTo>
                  <a:cubicBezTo>
                    <a:pt x="3471754" y="3232073"/>
                    <a:pt x="3487476" y="3243658"/>
                    <a:pt x="3498481" y="3239314"/>
                  </a:cubicBezTo>
                  <a:cubicBezTo>
                    <a:pt x="3498481" y="3239314"/>
                    <a:pt x="3504769" y="3245106"/>
                    <a:pt x="3506341" y="3249450"/>
                  </a:cubicBezTo>
                  <a:cubicBezTo>
                    <a:pt x="3511058" y="3258139"/>
                    <a:pt x="3514202" y="3268276"/>
                    <a:pt x="3518919" y="3278413"/>
                  </a:cubicBezTo>
                  <a:cubicBezTo>
                    <a:pt x="3547218" y="3262484"/>
                    <a:pt x="3572372" y="3268276"/>
                    <a:pt x="3597527" y="3271172"/>
                  </a:cubicBezTo>
                  <a:cubicBezTo>
                    <a:pt x="3591238" y="3268276"/>
                    <a:pt x="3586521" y="3265380"/>
                    <a:pt x="3581805" y="3262484"/>
                  </a:cubicBezTo>
                  <a:cubicBezTo>
                    <a:pt x="3581805" y="3261035"/>
                    <a:pt x="3583377" y="3259587"/>
                    <a:pt x="3583377" y="3258139"/>
                  </a:cubicBezTo>
                  <a:cubicBezTo>
                    <a:pt x="3589666" y="3259587"/>
                    <a:pt x="3597527" y="3262484"/>
                    <a:pt x="3603815" y="3263932"/>
                  </a:cubicBezTo>
                  <a:cubicBezTo>
                    <a:pt x="3603815" y="3262484"/>
                    <a:pt x="3603815" y="3261035"/>
                    <a:pt x="3602243" y="3259587"/>
                  </a:cubicBezTo>
                  <a:cubicBezTo>
                    <a:pt x="3606960" y="3258139"/>
                    <a:pt x="3614820" y="3255243"/>
                    <a:pt x="3616392" y="3256691"/>
                  </a:cubicBezTo>
                  <a:cubicBezTo>
                    <a:pt x="3625826" y="3274069"/>
                    <a:pt x="3641547" y="3261035"/>
                    <a:pt x="3655697" y="3265380"/>
                  </a:cubicBezTo>
                  <a:cubicBezTo>
                    <a:pt x="3652552" y="3253795"/>
                    <a:pt x="3650980" y="3245106"/>
                    <a:pt x="3649408" y="3239314"/>
                  </a:cubicBezTo>
                  <a:cubicBezTo>
                    <a:pt x="3655697" y="3233521"/>
                    <a:pt x="3661985" y="3229177"/>
                    <a:pt x="3671418" y="3223384"/>
                  </a:cubicBezTo>
                  <a:cubicBezTo>
                    <a:pt x="3671418" y="3230625"/>
                    <a:pt x="3669846" y="3237866"/>
                    <a:pt x="3669846" y="3245106"/>
                  </a:cubicBezTo>
                  <a:cubicBezTo>
                    <a:pt x="3669846" y="3252347"/>
                    <a:pt x="3671418" y="3259587"/>
                    <a:pt x="3674563" y="3263932"/>
                  </a:cubicBezTo>
                  <a:cubicBezTo>
                    <a:pt x="3676135" y="3266828"/>
                    <a:pt x="3685568" y="3263932"/>
                    <a:pt x="3691856" y="3262484"/>
                  </a:cubicBezTo>
                  <a:cubicBezTo>
                    <a:pt x="3702862" y="3258139"/>
                    <a:pt x="3713866" y="3252347"/>
                    <a:pt x="3724871" y="3263932"/>
                  </a:cubicBezTo>
                  <a:cubicBezTo>
                    <a:pt x="3726444" y="3265380"/>
                    <a:pt x="3732732" y="3263932"/>
                    <a:pt x="3735877" y="3261035"/>
                  </a:cubicBezTo>
                  <a:cubicBezTo>
                    <a:pt x="3743737" y="3253795"/>
                    <a:pt x="3750026" y="3243658"/>
                    <a:pt x="3759459" y="3259587"/>
                  </a:cubicBezTo>
                  <a:cubicBezTo>
                    <a:pt x="3761031" y="3261035"/>
                    <a:pt x="3770464" y="3261035"/>
                    <a:pt x="3775181" y="3259587"/>
                  </a:cubicBezTo>
                  <a:cubicBezTo>
                    <a:pt x="3786186" y="3255243"/>
                    <a:pt x="3795619" y="3250898"/>
                    <a:pt x="3806624" y="3245106"/>
                  </a:cubicBezTo>
                  <a:cubicBezTo>
                    <a:pt x="3805052" y="3249450"/>
                    <a:pt x="3803479" y="3252347"/>
                    <a:pt x="3803479" y="3255243"/>
                  </a:cubicBezTo>
                  <a:cubicBezTo>
                    <a:pt x="3816057" y="3261035"/>
                    <a:pt x="3827062" y="3263932"/>
                    <a:pt x="3836495" y="3250898"/>
                  </a:cubicBezTo>
                  <a:cubicBezTo>
                    <a:pt x="3839639" y="3246554"/>
                    <a:pt x="3850644" y="3246554"/>
                    <a:pt x="3858505" y="3245106"/>
                  </a:cubicBezTo>
                  <a:cubicBezTo>
                    <a:pt x="3853789" y="3240762"/>
                    <a:pt x="3847500" y="3237866"/>
                    <a:pt x="3841212" y="3233521"/>
                  </a:cubicBezTo>
                  <a:cubicBezTo>
                    <a:pt x="3867938" y="3219040"/>
                    <a:pt x="3871083" y="3220488"/>
                    <a:pt x="3871083" y="3240762"/>
                  </a:cubicBezTo>
                  <a:cubicBezTo>
                    <a:pt x="3874227" y="3234969"/>
                    <a:pt x="3875799" y="3230625"/>
                    <a:pt x="3880515" y="3221936"/>
                  </a:cubicBezTo>
                  <a:cubicBezTo>
                    <a:pt x="3904098" y="3223384"/>
                    <a:pt x="3927680" y="3226281"/>
                    <a:pt x="3952835" y="3227729"/>
                  </a:cubicBezTo>
                  <a:lnTo>
                    <a:pt x="3952835" y="3234969"/>
                  </a:lnTo>
                  <a:lnTo>
                    <a:pt x="3943402" y="3234969"/>
                  </a:lnTo>
                  <a:cubicBezTo>
                    <a:pt x="3924536" y="3236417"/>
                    <a:pt x="3905670" y="3236417"/>
                    <a:pt x="3886804" y="3237866"/>
                  </a:cubicBezTo>
                  <a:cubicBezTo>
                    <a:pt x="3893093" y="3240762"/>
                    <a:pt x="3900953" y="3245106"/>
                    <a:pt x="3907242" y="3248002"/>
                  </a:cubicBezTo>
                  <a:cubicBezTo>
                    <a:pt x="3910387" y="3240762"/>
                    <a:pt x="3911959" y="3242210"/>
                    <a:pt x="3919820" y="3245106"/>
                  </a:cubicBezTo>
                  <a:cubicBezTo>
                    <a:pt x="3930825" y="3248002"/>
                    <a:pt x="3943402" y="3248002"/>
                    <a:pt x="3955979" y="3249450"/>
                  </a:cubicBezTo>
                  <a:cubicBezTo>
                    <a:pt x="3962268" y="3249450"/>
                    <a:pt x="3968557" y="3250898"/>
                    <a:pt x="3976417" y="3252347"/>
                  </a:cubicBezTo>
                  <a:cubicBezTo>
                    <a:pt x="3977989" y="3248002"/>
                    <a:pt x="3981134" y="3242210"/>
                    <a:pt x="3984278" y="3234969"/>
                  </a:cubicBezTo>
                  <a:cubicBezTo>
                    <a:pt x="4001572" y="3261035"/>
                    <a:pt x="4014149" y="3259587"/>
                    <a:pt x="4034587" y="3233521"/>
                  </a:cubicBezTo>
                  <a:cubicBezTo>
                    <a:pt x="4034587" y="3237866"/>
                    <a:pt x="4036159" y="3240762"/>
                    <a:pt x="4036159" y="3243658"/>
                  </a:cubicBezTo>
                  <a:cubicBezTo>
                    <a:pt x="4042448" y="3243658"/>
                    <a:pt x="4047165" y="3243658"/>
                    <a:pt x="4053453" y="3242210"/>
                  </a:cubicBezTo>
                  <a:cubicBezTo>
                    <a:pt x="4051881" y="3245106"/>
                    <a:pt x="4050309" y="3248002"/>
                    <a:pt x="4048737" y="3249450"/>
                  </a:cubicBezTo>
                  <a:lnTo>
                    <a:pt x="4051881" y="3252347"/>
                  </a:lnTo>
                  <a:cubicBezTo>
                    <a:pt x="4056597" y="3248002"/>
                    <a:pt x="4061314" y="3243658"/>
                    <a:pt x="4069175" y="3237866"/>
                  </a:cubicBezTo>
                  <a:cubicBezTo>
                    <a:pt x="4075463" y="3240762"/>
                    <a:pt x="4083324" y="3243658"/>
                    <a:pt x="4089613" y="3246554"/>
                  </a:cubicBezTo>
                  <a:cubicBezTo>
                    <a:pt x="4095901" y="3242210"/>
                    <a:pt x="4103762" y="3237866"/>
                    <a:pt x="4111623" y="3233521"/>
                  </a:cubicBezTo>
                  <a:cubicBezTo>
                    <a:pt x="4122628" y="3253795"/>
                    <a:pt x="4136778" y="3256691"/>
                    <a:pt x="4149355" y="3242210"/>
                  </a:cubicBezTo>
                  <a:cubicBezTo>
                    <a:pt x="4168221" y="3243658"/>
                    <a:pt x="4183942" y="3245106"/>
                    <a:pt x="4194948" y="3245106"/>
                  </a:cubicBezTo>
                  <a:cubicBezTo>
                    <a:pt x="4196520" y="3234969"/>
                    <a:pt x="4198092" y="3227729"/>
                    <a:pt x="4199664" y="3220488"/>
                  </a:cubicBezTo>
                  <a:cubicBezTo>
                    <a:pt x="4205953" y="3221936"/>
                    <a:pt x="4210669" y="3223384"/>
                    <a:pt x="4216958" y="3224832"/>
                  </a:cubicBezTo>
                  <a:cubicBezTo>
                    <a:pt x="4220102" y="3226281"/>
                    <a:pt x="4223246" y="3229177"/>
                    <a:pt x="4226391" y="3230625"/>
                  </a:cubicBezTo>
                  <a:cubicBezTo>
                    <a:pt x="4221674" y="3232073"/>
                    <a:pt x="4216958" y="3232073"/>
                    <a:pt x="4212242" y="3233521"/>
                  </a:cubicBezTo>
                  <a:cubicBezTo>
                    <a:pt x="4226391" y="3245106"/>
                    <a:pt x="4237396" y="3242210"/>
                    <a:pt x="4248401" y="3233521"/>
                  </a:cubicBezTo>
                  <a:cubicBezTo>
                    <a:pt x="4243685" y="3245106"/>
                    <a:pt x="4257834" y="3243658"/>
                    <a:pt x="4259406" y="3243658"/>
                  </a:cubicBezTo>
                  <a:cubicBezTo>
                    <a:pt x="4279844" y="3236417"/>
                    <a:pt x="4298710" y="3232073"/>
                    <a:pt x="4320720" y="3243658"/>
                  </a:cubicBezTo>
                  <a:cubicBezTo>
                    <a:pt x="4323865" y="3229177"/>
                    <a:pt x="4327009" y="3217592"/>
                    <a:pt x="4328582" y="3206007"/>
                  </a:cubicBezTo>
                  <a:cubicBezTo>
                    <a:pt x="4336442" y="3207455"/>
                    <a:pt x="4342731" y="3207455"/>
                    <a:pt x="4350591" y="3208903"/>
                  </a:cubicBezTo>
                  <a:cubicBezTo>
                    <a:pt x="4356880" y="3208903"/>
                    <a:pt x="4363169" y="3210351"/>
                    <a:pt x="4369458" y="3210351"/>
                  </a:cubicBezTo>
                  <a:lnTo>
                    <a:pt x="4369458" y="3214696"/>
                  </a:lnTo>
                  <a:cubicBezTo>
                    <a:pt x="4363169" y="3216144"/>
                    <a:pt x="4358452" y="3217592"/>
                    <a:pt x="4352164" y="3219040"/>
                  </a:cubicBezTo>
                  <a:lnTo>
                    <a:pt x="4352164" y="3223384"/>
                  </a:lnTo>
                  <a:cubicBezTo>
                    <a:pt x="4374174" y="3227729"/>
                    <a:pt x="4394612" y="3232073"/>
                    <a:pt x="4416622" y="3234969"/>
                  </a:cubicBezTo>
                  <a:cubicBezTo>
                    <a:pt x="4421339" y="3236417"/>
                    <a:pt x="4427627" y="3232073"/>
                    <a:pt x="4435488" y="3227729"/>
                  </a:cubicBezTo>
                  <a:cubicBezTo>
                    <a:pt x="4438633" y="3229177"/>
                    <a:pt x="4446493" y="3232073"/>
                    <a:pt x="4455926" y="3233521"/>
                  </a:cubicBezTo>
                  <a:cubicBezTo>
                    <a:pt x="4479509" y="3236417"/>
                    <a:pt x="4504663" y="3239314"/>
                    <a:pt x="4523529" y="3220488"/>
                  </a:cubicBezTo>
                  <a:cubicBezTo>
                    <a:pt x="4525101" y="3236417"/>
                    <a:pt x="4540823" y="3226281"/>
                    <a:pt x="4548684" y="3232073"/>
                  </a:cubicBezTo>
                  <a:cubicBezTo>
                    <a:pt x="4548684" y="3232073"/>
                    <a:pt x="4556545" y="3226281"/>
                    <a:pt x="4559689" y="3223384"/>
                  </a:cubicBezTo>
                  <a:cubicBezTo>
                    <a:pt x="4559689" y="3223384"/>
                    <a:pt x="4558117" y="3221936"/>
                    <a:pt x="4558117" y="3220488"/>
                  </a:cubicBezTo>
                  <a:cubicBezTo>
                    <a:pt x="4561261" y="3221936"/>
                    <a:pt x="4562833" y="3226281"/>
                    <a:pt x="4565978" y="3224832"/>
                  </a:cubicBezTo>
                  <a:cubicBezTo>
                    <a:pt x="4580127" y="3224832"/>
                    <a:pt x="4592704" y="3223384"/>
                    <a:pt x="4602137" y="3223384"/>
                  </a:cubicBezTo>
                  <a:cubicBezTo>
                    <a:pt x="4609998" y="3227729"/>
                    <a:pt x="4614714" y="3232073"/>
                    <a:pt x="4617859" y="3230625"/>
                  </a:cubicBezTo>
                  <a:cubicBezTo>
                    <a:pt x="4636725" y="3229177"/>
                    <a:pt x="4654018" y="3224832"/>
                    <a:pt x="4671312" y="3224832"/>
                  </a:cubicBezTo>
                  <a:cubicBezTo>
                    <a:pt x="4688606" y="3233521"/>
                    <a:pt x="4685462" y="3217592"/>
                    <a:pt x="4682317" y="3208903"/>
                  </a:cubicBezTo>
                  <a:cubicBezTo>
                    <a:pt x="4688606" y="3203110"/>
                    <a:pt x="4694894" y="3198766"/>
                    <a:pt x="4696467" y="3197318"/>
                  </a:cubicBezTo>
                  <a:cubicBezTo>
                    <a:pt x="4705900" y="3197318"/>
                    <a:pt x="4712188" y="3198766"/>
                    <a:pt x="4716905" y="3197318"/>
                  </a:cubicBezTo>
                  <a:cubicBezTo>
                    <a:pt x="4723194" y="3192974"/>
                    <a:pt x="4727910" y="3185733"/>
                    <a:pt x="4735771" y="3177045"/>
                  </a:cubicBezTo>
                  <a:cubicBezTo>
                    <a:pt x="4745204" y="3175596"/>
                    <a:pt x="4760926" y="3172700"/>
                    <a:pt x="4778219" y="3169804"/>
                  </a:cubicBezTo>
                  <a:cubicBezTo>
                    <a:pt x="4778219" y="3169804"/>
                    <a:pt x="4778219" y="3166908"/>
                    <a:pt x="4779791" y="3164012"/>
                  </a:cubicBezTo>
                  <a:cubicBezTo>
                    <a:pt x="4786080" y="3155323"/>
                    <a:pt x="4801802" y="3152427"/>
                    <a:pt x="4792369" y="3136497"/>
                  </a:cubicBezTo>
                  <a:cubicBezTo>
                    <a:pt x="4790796" y="3133601"/>
                    <a:pt x="4790796" y="3124912"/>
                    <a:pt x="4793941" y="3122016"/>
                  </a:cubicBezTo>
                  <a:cubicBezTo>
                    <a:pt x="4804946" y="3108983"/>
                    <a:pt x="4804946" y="3107535"/>
                    <a:pt x="4786080" y="3101742"/>
                  </a:cubicBezTo>
                  <a:cubicBezTo>
                    <a:pt x="4787652" y="3091606"/>
                    <a:pt x="4776647" y="3078573"/>
                    <a:pt x="4792369" y="3077124"/>
                  </a:cubicBezTo>
                  <a:cubicBezTo>
                    <a:pt x="4797085" y="3068436"/>
                    <a:pt x="4798657" y="3064091"/>
                    <a:pt x="4801802" y="3059747"/>
                  </a:cubicBezTo>
                  <a:cubicBezTo>
                    <a:pt x="4803373" y="3056851"/>
                    <a:pt x="4808090" y="3053955"/>
                    <a:pt x="4808090" y="3051058"/>
                  </a:cubicBezTo>
                  <a:cubicBezTo>
                    <a:pt x="4808090" y="3045266"/>
                    <a:pt x="4804946" y="3038025"/>
                    <a:pt x="4806518" y="3033681"/>
                  </a:cubicBezTo>
                  <a:cubicBezTo>
                    <a:pt x="4811234" y="3017752"/>
                    <a:pt x="4812807" y="3003271"/>
                    <a:pt x="4784508" y="2997478"/>
                  </a:cubicBezTo>
                  <a:cubicBezTo>
                    <a:pt x="4795513" y="2993134"/>
                    <a:pt x="4800229" y="2990237"/>
                    <a:pt x="4808090" y="2987341"/>
                  </a:cubicBezTo>
                  <a:cubicBezTo>
                    <a:pt x="4795513" y="2981549"/>
                    <a:pt x="4784508" y="2977204"/>
                    <a:pt x="4770358" y="2971412"/>
                  </a:cubicBezTo>
                  <a:lnTo>
                    <a:pt x="4784508" y="2971412"/>
                  </a:lnTo>
                  <a:lnTo>
                    <a:pt x="4784508" y="2967068"/>
                  </a:lnTo>
                  <a:cubicBezTo>
                    <a:pt x="4776647" y="2967068"/>
                    <a:pt x="4770358" y="2965619"/>
                    <a:pt x="4762498" y="2965619"/>
                  </a:cubicBezTo>
                  <a:cubicBezTo>
                    <a:pt x="4762498" y="2967068"/>
                    <a:pt x="4762498" y="2968516"/>
                    <a:pt x="4760926" y="2969964"/>
                  </a:cubicBezTo>
                  <a:cubicBezTo>
                    <a:pt x="4759353" y="2967068"/>
                    <a:pt x="4757781" y="2964171"/>
                    <a:pt x="4756209" y="2959827"/>
                  </a:cubicBezTo>
                  <a:cubicBezTo>
                    <a:pt x="4797085" y="2951138"/>
                    <a:pt x="5070641" y="2923624"/>
                    <a:pt x="5045487" y="2919280"/>
                  </a:cubicBezTo>
                  <a:cubicBezTo>
                    <a:pt x="5058064" y="2909143"/>
                    <a:pt x="5053347" y="2891765"/>
                    <a:pt x="5075358" y="2890317"/>
                  </a:cubicBezTo>
                  <a:cubicBezTo>
                    <a:pt x="5081646" y="2890317"/>
                    <a:pt x="5092652" y="2880181"/>
                    <a:pt x="5094223" y="2872940"/>
                  </a:cubicBezTo>
                  <a:cubicBezTo>
                    <a:pt x="5097368" y="2862803"/>
                    <a:pt x="5094223" y="2849770"/>
                    <a:pt x="5097368" y="2839633"/>
                  </a:cubicBezTo>
                  <a:cubicBezTo>
                    <a:pt x="5100512" y="2825152"/>
                    <a:pt x="5106801" y="2810671"/>
                    <a:pt x="5111517" y="2799086"/>
                  </a:cubicBezTo>
                  <a:cubicBezTo>
                    <a:pt x="5106801" y="2791845"/>
                    <a:pt x="5102084" y="2784605"/>
                    <a:pt x="5098940" y="2780260"/>
                  </a:cubicBezTo>
                  <a:cubicBezTo>
                    <a:pt x="5105229" y="2775916"/>
                    <a:pt x="5108373" y="2773020"/>
                    <a:pt x="5113089" y="2771572"/>
                  </a:cubicBezTo>
                  <a:cubicBezTo>
                    <a:pt x="5111517" y="2770124"/>
                    <a:pt x="5111517" y="2768675"/>
                    <a:pt x="5109945" y="2767227"/>
                  </a:cubicBezTo>
                  <a:cubicBezTo>
                    <a:pt x="5105229" y="2768675"/>
                    <a:pt x="5100512" y="2770124"/>
                    <a:pt x="5095796" y="2771572"/>
                  </a:cubicBezTo>
                  <a:cubicBezTo>
                    <a:pt x="5122523" y="2751298"/>
                    <a:pt x="5128811" y="2713647"/>
                    <a:pt x="5106801" y="2696270"/>
                  </a:cubicBezTo>
                  <a:cubicBezTo>
                    <a:pt x="5105229" y="2699166"/>
                    <a:pt x="5102084" y="2702062"/>
                    <a:pt x="5100512" y="2704958"/>
                  </a:cubicBezTo>
                  <a:cubicBezTo>
                    <a:pt x="5094223" y="2694822"/>
                    <a:pt x="5076930" y="2691925"/>
                    <a:pt x="5084791" y="2675996"/>
                  </a:cubicBezTo>
                  <a:cubicBezTo>
                    <a:pt x="5084791" y="2675996"/>
                    <a:pt x="5083218" y="2673100"/>
                    <a:pt x="5081646" y="2673100"/>
                  </a:cubicBezTo>
                  <a:cubicBezTo>
                    <a:pt x="5073785" y="2670203"/>
                    <a:pt x="5075358" y="2665859"/>
                    <a:pt x="5072213" y="2660067"/>
                  </a:cubicBezTo>
                  <a:cubicBezTo>
                    <a:pt x="5067497" y="2647034"/>
                    <a:pt x="5069069" y="2634001"/>
                    <a:pt x="5069069" y="2622416"/>
                  </a:cubicBezTo>
                  <a:lnTo>
                    <a:pt x="5069069" y="2570283"/>
                  </a:lnTo>
                  <a:cubicBezTo>
                    <a:pt x="5069069" y="2558698"/>
                    <a:pt x="5075358" y="2552906"/>
                    <a:pt x="5087935" y="2555802"/>
                  </a:cubicBezTo>
                  <a:cubicBezTo>
                    <a:pt x="5087935" y="2555802"/>
                    <a:pt x="5089507" y="2554354"/>
                    <a:pt x="5091079" y="2554354"/>
                  </a:cubicBezTo>
                  <a:cubicBezTo>
                    <a:pt x="5086362" y="2551458"/>
                    <a:pt x="5083218" y="2550010"/>
                    <a:pt x="5080074" y="2547114"/>
                  </a:cubicBezTo>
                  <a:cubicBezTo>
                    <a:pt x="5080074" y="2545665"/>
                    <a:pt x="5081646" y="2544217"/>
                    <a:pt x="5081646" y="2542769"/>
                  </a:cubicBezTo>
                  <a:cubicBezTo>
                    <a:pt x="5092652" y="2545665"/>
                    <a:pt x="5103656" y="2550010"/>
                    <a:pt x="5111517" y="2552906"/>
                  </a:cubicBezTo>
                  <a:cubicBezTo>
                    <a:pt x="5120950" y="2541321"/>
                    <a:pt x="5128811" y="2532632"/>
                    <a:pt x="5135099" y="2526840"/>
                  </a:cubicBezTo>
                  <a:lnTo>
                    <a:pt x="5135099" y="2500774"/>
                  </a:lnTo>
                  <a:cubicBezTo>
                    <a:pt x="5131955" y="2500774"/>
                    <a:pt x="5127239" y="2502222"/>
                    <a:pt x="5122523" y="2502222"/>
                  </a:cubicBezTo>
                  <a:cubicBezTo>
                    <a:pt x="5119378" y="2494981"/>
                    <a:pt x="5117806" y="2487741"/>
                    <a:pt x="5114661" y="2477604"/>
                  </a:cubicBezTo>
                  <a:cubicBezTo>
                    <a:pt x="5122523" y="2481948"/>
                    <a:pt x="5125667" y="2484844"/>
                    <a:pt x="5128811" y="2486292"/>
                  </a:cubicBezTo>
                  <a:cubicBezTo>
                    <a:pt x="5131955" y="2484844"/>
                    <a:pt x="5136672" y="2483396"/>
                    <a:pt x="5141388" y="2480500"/>
                  </a:cubicBezTo>
                  <a:cubicBezTo>
                    <a:pt x="5139816" y="2479052"/>
                    <a:pt x="5138244" y="2477604"/>
                    <a:pt x="5138244" y="2476156"/>
                  </a:cubicBezTo>
                  <a:cubicBezTo>
                    <a:pt x="5133527" y="2476156"/>
                    <a:pt x="5128811" y="2474708"/>
                    <a:pt x="5127239" y="2474708"/>
                  </a:cubicBezTo>
                  <a:cubicBezTo>
                    <a:pt x="5130383" y="2466019"/>
                    <a:pt x="5136672" y="2457330"/>
                    <a:pt x="5133527" y="2452986"/>
                  </a:cubicBezTo>
                  <a:cubicBezTo>
                    <a:pt x="5125667" y="2434160"/>
                    <a:pt x="5133527" y="2419679"/>
                    <a:pt x="5141388" y="2403750"/>
                  </a:cubicBezTo>
                  <a:cubicBezTo>
                    <a:pt x="5142960" y="2399405"/>
                    <a:pt x="5141388" y="2395061"/>
                    <a:pt x="5141388" y="2390717"/>
                  </a:cubicBezTo>
                  <a:cubicBezTo>
                    <a:pt x="5142960" y="2371891"/>
                    <a:pt x="5144532" y="2354514"/>
                    <a:pt x="5146105" y="2328448"/>
                  </a:cubicBezTo>
                  <a:cubicBezTo>
                    <a:pt x="5139816" y="2325552"/>
                    <a:pt x="5130383" y="2318311"/>
                    <a:pt x="5119378" y="2312518"/>
                  </a:cubicBezTo>
                  <a:cubicBezTo>
                    <a:pt x="5109945" y="2308174"/>
                    <a:pt x="5100512" y="2306726"/>
                    <a:pt x="5091079" y="2303830"/>
                  </a:cubicBezTo>
                  <a:cubicBezTo>
                    <a:pt x="5086362" y="2302382"/>
                    <a:pt x="5080074" y="2303830"/>
                    <a:pt x="5075358" y="2302382"/>
                  </a:cubicBezTo>
                  <a:cubicBezTo>
                    <a:pt x="5036053" y="2298037"/>
                    <a:pt x="4995177" y="2292245"/>
                    <a:pt x="4955873" y="2287900"/>
                  </a:cubicBezTo>
                  <a:cubicBezTo>
                    <a:pt x="4922858" y="2283556"/>
                    <a:pt x="4889842" y="2279212"/>
                    <a:pt x="4858399" y="2274868"/>
                  </a:cubicBezTo>
                  <a:cubicBezTo>
                    <a:pt x="4850538" y="2273419"/>
                    <a:pt x="4842678" y="2270523"/>
                    <a:pt x="4833245" y="2270523"/>
                  </a:cubicBezTo>
                  <a:cubicBezTo>
                    <a:pt x="4812807" y="2269075"/>
                    <a:pt x="4790796" y="2269075"/>
                    <a:pt x="4770358" y="2269075"/>
                  </a:cubicBezTo>
                  <a:cubicBezTo>
                    <a:pt x="4759353" y="2269075"/>
                    <a:pt x="4749920" y="2269075"/>
                    <a:pt x="4738915" y="2267627"/>
                  </a:cubicBezTo>
                  <a:cubicBezTo>
                    <a:pt x="4720049" y="2266179"/>
                    <a:pt x="4701183" y="2263283"/>
                    <a:pt x="4682317" y="2261834"/>
                  </a:cubicBezTo>
                  <a:lnTo>
                    <a:pt x="4682317" y="2257490"/>
                  </a:lnTo>
                  <a:cubicBezTo>
                    <a:pt x="4729482" y="2254594"/>
                    <a:pt x="4778219" y="2250249"/>
                    <a:pt x="4826956" y="2258938"/>
                  </a:cubicBezTo>
                  <a:cubicBezTo>
                    <a:pt x="4825384" y="2254594"/>
                    <a:pt x="4823812" y="2250249"/>
                    <a:pt x="4822240" y="2247353"/>
                  </a:cubicBezTo>
                  <a:cubicBezTo>
                    <a:pt x="4833245" y="2245905"/>
                    <a:pt x="4841106" y="2237216"/>
                    <a:pt x="4852111" y="2247353"/>
                  </a:cubicBezTo>
                  <a:cubicBezTo>
                    <a:pt x="4853683" y="2248801"/>
                    <a:pt x="4863116" y="2244457"/>
                    <a:pt x="4869404" y="2243009"/>
                  </a:cubicBezTo>
                  <a:lnTo>
                    <a:pt x="4869404" y="2240112"/>
                  </a:lnTo>
                  <a:lnTo>
                    <a:pt x="4855255" y="2240112"/>
                  </a:lnTo>
                  <a:cubicBezTo>
                    <a:pt x="4870977" y="2228528"/>
                    <a:pt x="4881981" y="2218391"/>
                    <a:pt x="4892987" y="2211150"/>
                  </a:cubicBezTo>
                  <a:cubicBezTo>
                    <a:pt x="4902420" y="2212598"/>
                    <a:pt x="4911853" y="2214047"/>
                    <a:pt x="4918142" y="2215495"/>
                  </a:cubicBezTo>
                  <a:cubicBezTo>
                    <a:pt x="4919714" y="2187980"/>
                    <a:pt x="4894559" y="2186532"/>
                    <a:pt x="4875693" y="2174947"/>
                  </a:cubicBezTo>
                  <a:cubicBezTo>
                    <a:pt x="4883554" y="2170603"/>
                    <a:pt x="4888271" y="2166259"/>
                    <a:pt x="4894559" y="2164810"/>
                  </a:cubicBezTo>
                  <a:cubicBezTo>
                    <a:pt x="4911853" y="2160466"/>
                    <a:pt x="4933863" y="2172051"/>
                    <a:pt x="4944868" y="2147433"/>
                  </a:cubicBezTo>
                  <a:cubicBezTo>
                    <a:pt x="4946440" y="2145985"/>
                    <a:pt x="4951157" y="2145985"/>
                    <a:pt x="4959018" y="2143089"/>
                  </a:cubicBezTo>
                  <a:cubicBezTo>
                    <a:pt x="4954301" y="2138744"/>
                    <a:pt x="4949585" y="2135848"/>
                    <a:pt x="4946440" y="2132952"/>
                  </a:cubicBezTo>
                  <a:cubicBezTo>
                    <a:pt x="4949585" y="2131504"/>
                    <a:pt x="4954301" y="2130056"/>
                    <a:pt x="4954301" y="2130056"/>
                  </a:cubicBezTo>
                  <a:cubicBezTo>
                    <a:pt x="4965306" y="2137296"/>
                    <a:pt x="4973167" y="2143089"/>
                    <a:pt x="4982600" y="2148881"/>
                  </a:cubicBezTo>
                  <a:cubicBezTo>
                    <a:pt x="4984172" y="2147433"/>
                    <a:pt x="4985744" y="2145985"/>
                    <a:pt x="4987317" y="2143089"/>
                  </a:cubicBezTo>
                  <a:cubicBezTo>
                    <a:pt x="4982600" y="2137296"/>
                    <a:pt x="4979456" y="2131504"/>
                    <a:pt x="4974739" y="2125711"/>
                  </a:cubicBezTo>
                  <a:cubicBezTo>
                    <a:pt x="4995177" y="2112678"/>
                    <a:pt x="4996750" y="2105438"/>
                    <a:pt x="4981028" y="2069235"/>
                  </a:cubicBezTo>
                  <a:cubicBezTo>
                    <a:pt x="4992033" y="2067787"/>
                    <a:pt x="5003038" y="2064890"/>
                    <a:pt x="5012471" y="2063442"/>
                  </a:cubicBezTo>
                  <a:cubicBezTo>
                    <a:pt x="5014044" y="2053305"/>
                    <a:pt x="5020332" y="2043169"/>
                    <a:pt x="5018760" y="2034480"/>
                  </a:cubicBezTo>
                  <a:cubicBezTo>
                    <a:pt x="5014044" y="2008414"/>
                    <a:pt x="5042342" y="1996829"/>
                    <a:pt x="5048631" y="1975107"/>
                  </a:cubicBezTo>
                  <a:cubicBezTo>
                    <a:pt x="5048631" y="1973659"/>
                    <a:pt x="5054919" y="1972211"/>
                    <a:pt x="5056491" y="1973659"/>
                  </a:cubicBezTo>
                  <a:cubicBezTo>
                    <a:pt x="5070641" y="1978003"/>
                    <a:pt x="5075358" y="1967867"/>
                    <a:pt x="5080074" y="1960626"/>
                  </a:cubicBezTo>
                  <a:cubicBezTo>
                    <a:pt x="5081646" y="1957730"/>
                    <a:pt x="5083218" y="1954833"/>
                    <a:pt x="5084791" y="1953385"/>
                  </a:cubicBezTo>
                  <a:cubicBezTo>
                    <a:pt x="5098940" y="1946145"/>
                    <a:pt x="5113089" y="1940352"/>
                    <a:pt x="5128811" y="1933112"/>
                  </a:cubicBezTo>
                  <a:cubicBezTo>
                    <a:pt x="5113089" y="1911390"/>
                    <a:pt x="5092652" y="1921527"/>
                    <a:pt x="5075358" y="1918631"/>
                  </a:cubicBezTo>
                  <a:lnTo>
                    <a:pt x="5075358" y="1912838"/>
                  </a:lnTo>
                  <a:cubicBezTo>
                    <a:pt x="5086362" y="1911390"/>
                    <a:pt x="5097368" y="1909942"/>
                    <a:pt x="5109945" y="1908494"/>
                  </a:cubicBezTo>
                  <a:cubicBezTo>
                    <a:pt x="5102084" y="1907046"/>
                    <a:pt x="5095796" y="1905598"/>
                    <a:pt x="5089507" y="1904149"/>
                  </a:cubicBezTo>
                  <a:cubicBezTo>
                    <a:pt x="5097368" y="1896909"/>
                    <a:pt x="5103656" y="1889668"/>
                    <a:pt x="5111517" y="1883876"/>
                  </a:cubicBezTo>
                  <a:cubicBezTo>
                    <a:pt x="5113089" y="1882428"/>
                    <a:pt x="5117806" y="1880980"/>
                    <a:pt x="5119378" y="1880980"/>
                  </a:cubicBezTo>
                  <a:cubicBezTo>
                    <a:pt x="5124095" y="1882428"/>
                    <a:pt x="5128811" y="1886772"/>
                    <a:pt x="5131955" y="1889668"/>
                  </a:cubicBezTo>
                  <a:cubicBezTo>
                    <a:pt x="5133527" y="1885324"/>
                    <a:pt x="5135099" y="1879531"/>
                    <a:pt x="5138244" y="1875187"/>
                  </a:cubicBezTo>
                  <a:cubicBezTo>
                    <a:pt x="5144532" y="1867946"/>
                    <a:pt x="5152393" y="1862154"/>
                    <a:pt x="5158682" y="1856361"/>
                  </a:cubicBezTo>
                  <a:cubicBezTo>
                    <a:pt x="5166543" y="1865050"/>
                    <a:pt x="5174404" y="1873739"/>
                    <a:pt x="5182264" y="1883876"/>
                  </a:cubicBezTo>
                  <a:cubicBezTo>
                    <a:pt x="5183837" y="1883876"/>
                    <a:pt x="5185409" y="1882428"/>
                    <a:pt x="5185409" y="1882428"/>
                  </a:cubicBezTo>
                  <a:cubicBezTo>
                    <a:pt x="5183837" y="1867946"/>
                    <a:pt x="5183837" y="1853465"/>
                    <a:pt x="5182264" y="1838984"/>
                  </a:cubicBezTo>
                  <a:cubicBezTo>
                    <a:pt x="5188553" y="1840432"/>
                    <a:pt x="5193269" y="1840432"/>
                    <a:pt x="5197986" y="1841880"/>
                  </a:cubicBezTo>
                  <a:cubicBezTo>
                    <a:pt x="5199558" y="1840432"/>
                    <a:pt x="5199558" y="1838984"/>
                    <a:pt x="5201131" y="1838984"/>
                  </a:cubicBezTo>
                  <a:cubicBezTo>
                    <a:pt x="5196414" y="1837536"/>
                    <a:pt x="5193269" y="1836088"/>
                    <a:pt x="5188553" y="1834640"/>
                  </a:cubicBezTo>
                  <a:cubicBezTo>
                    <a:pt x="5196414" y="1825951"/>
                    <a:pt x="5201131" y="1820159"/>
                    <a:pt x="5202703" y="1818710"/>
                  </a:cubicBezTo>
                  <a:lnTo>
                    <a:pt x="5202703" y="1791196"/>
                  </a:lnTo>
                  <a:cubicBezTo>
                    <a:pt x="5199558" y="1789748"/>
                    <a:pt x="5196414" y="1786852"/>
                    <a:pt x="5191697" y="1785404"/>
                  </a:cubicBezTo>
                  <a:cubicBezTo>
                    <a:pt x="5188553" y="1783956"/>
                    <a:pt x="5185409" y="1782508"/>
                    <a:pt x="5182264" y="1782508"/>
                  </a:cubicBezTo>
                  <a:cubicBezTo>
                    <a:pt x="5185409" y="1779611"/>
                    <a:pt x="5191697" y="1775267"/>
                    <a:pt x="5193269" y="1775267"/>
                  </a:cubicBezTo>
                  <a:cubicBezTo>
                    <a:pt x="5203972" y="1781059"/>
                    <a:pt x="5201131" y="1765130"/>
                    <a:pt x="5206512" y="1766578"/>
                  </a:cubicBezTo>
                  <a:cubicBezTo>
                    <a:pt x="5206512" y="1762234"/>
                    <a:pt x="5206512" y="1753545"/>
                    <a:pt x="5205242" y="1753545"/>
                  </a:cubicBezTo>
                  <a:cubicBezTo>
                    <a:pt x="5185409" y="1746305"/>
                    <a:pt x="5188553" y="1730375"/>
                    <a:pt x="5183837" y="1720238"/>
                  </a:cubicBezTo>
                  <a:close/>
                  <a:moveTo>
                    <a:pt x="280268" y="1126510"/>
                  </a:moveTo>
                  <a:lnTo>
                    <a:pt x="325861" y="1126510"/>
                  </a:lnTo>
                  <a:cubicBezTo>
                    <a:pt x="314856" y="1139543"/>
                    <a:pt x="288129" y="1139543"/>
                    <a:pt x="280268" y="1126510"/>
                  </a:cubicBezTo>
                  <a:close/>
                  <a:moveTo>
                    <a:pt x="594700" y="1715894"/>
                  </a:moveTo>
                  <a:lnTo>
                    <a:pt x="594700" y="1710102"/>
                  </a:lnTo>
                  <a:cubicBezTo>
                    <a:pt x="615138" y="1708654"/>
                    <a:pt x="637149" y="1707205"/>
                    <a:pt x="657587" y="1707205"/>
                  </a:cubicBezTo>
                  <a:cubicBezTo>
                    <a:pt x="635576" y="1707205"/>
                    <a:pt x="616710" y="1724583"/>
                    <a:pt x="594700" y="1715894"/>
                  </a:cubicBezTo>
                  <a:close/>
                  <a:moveTo>
                    <a:pt x="215809" y="2418231"/>
                  </a:moveTo>
                  <a:cubicBezTo>
                    <a:pt x="225242" y="2409542"/>
                    <a:pt x="233103" y="2403750"/>
                    <a:pt x="236248" y="2399406"/>
                  </a:cubicBezTo>
                  <a:cubicBezTo>
                    <a:pt x="244108" y="2405198"/>
                    <a:pt x="248825" y="2409542"/>
                    <a:pt x="253541" y="2413887"/>
                  </a:cubicBezTo>
                  <a:cubicBezTo>
                    <a:pt x="242536" y="2413887"/>
                    <a:pt x="231531" y="2415335"/>
                    <a:pt x="215809" y="2418231"/>
                  </a:cubicBezTo>
                  <a:close/>
                  <a:moveTo>
                    <a:pt x="325861" y="2410990"/>
                  </a:moveTo>
                  <a:lnTo>
                    <a:pt x="284985" y="2410990"/>
                  </a:lnTo>
                  <a:cubicBezTo>
                    <a:pt x="283412" y="2410990"/>
                    <a:pt x="281840" y="2405198"/>
                    <a:pt x="278696" y="2400854"/>
                  </a:cubicBezTo>
                  <a:cubicBezTo>
                    <a:pt x="297562" y="2402302"/>
                    <a:pt x="311711" y="2403750"/>
                    <a:pt x="325861" y="2405198"/>
                  </a:cubicBezTo>
                  <a:lnTo>
                    <a:pt x="325861" y="2410990"/>
                  </a:lnTo>
                  <a:close/>
                  <a:moveTo>
                    <a:pt x="336866" y="2409542"/>
                  </a:moveTo>
                  <a:cubicBezTo>
                    <a:pt x="335294" y="2408094"/>
                    <a:pt x="335294" y="2406646"/>
                    <a:pt x="333722" y="2406646"/>
                  </a:cubicBezTo>
                  <a:cubicBezTo>
                    <a:pt x="340010" y="2402302"/>
                    <a:pt x="347871" y="2399406"/>
                    <a:pt x="354160" y="2395061"/>
                  </a:cubicBezTo>
                  <a:cubicBezTo>
                    <a:pt x="358876" y="2390717"/>
                    <a:pt x="360448" y="2383476"/>
                    <a:pt x="365165" y="2376236"/>
                  </a:cubicBezTo>
                  <a:cubicBezTo>
                    <a:pt x="377742" y="2399406"/>
                    <a:pt x="404469" y="2392165"/>
                    <a:pt x="428051" y="2397957"/>
                  </a:cubicBezTo>
                  <a:cubicBezTo>
                    <a:pt x="396608" y="2400854"/>
                    <a:pt x="366737" y="2405198"/>
                    <a:pt x="336866" y="2409542"/>
                  </a:cubicBezTo>
                  <a:close/>
                  <a:moveTo>
                    <a:pt x="130913" y="2765779"/>
                  </a:moveTo>
                  <a:cubicBezTo>
                    <a:pt x="132485" y="2765779"/>
                    <a:pt x="132485" y="2765779"/>
                    <a:pt x="130913" y="2765779"/>
                  </a:cubicBezTo>
                  <a:close/>
                  <a:moveTo>
                    <a:pt x="417046" y="2972860"/>
                  </a:moveTo>
                  <a:cubicBezTo>
                    <a:pt x="415474" y="2962723"/>
                    <a:pt x="413902" y="2955483"/>
                    <a:pt x="412330" y="2945346"/>
                  </a:cubicBezTo>
                  <a:cubicBezTo>
                    <a:pt x="423335" y="2948242"/>
                    <a:pt x="429623" y="2949690"/>
                    <a:pt x="435912" y="2952586"/>
                  </a:cubicBezTo>
                  <a:cubicBezTo>
                    <a:pt x="429623" y="2958379"/>
                    <a:pt x="424907" y="2964171"/>
                    <a:pt x="417046" y="2972860"/>
                  </a:cubicBezTo>
                  <a:close/>
                  <a:moveTo>
                    <a:pt x="777071" y="1194572"/>
                  </a:moveTo>
                  <a:cubicBezTo>
                    <a:pt x="766066" y="1196020"/>
                    <a:pt x="755061" y="1200364"/>
                    <a:pt x="745628" y="1200364"/>
                  </a:cubicBezTo>
                  <a:cubicBezTo>
                    <a:pt x="734622" y="1201812"/>
                    <a:pt x="723617" y="1200364"/>
                    <a:pt x="711040" y="1200364"/>
                  </a:cubicBezTo>
                  <a:cubicBezTo>
                    <a:pt x="709468" y="1198916"/>
                    <a:pt x="707896" y="1194572"/>
                    <a:pt x="706324" y="1190228"/>
                  </a:cubicBezTo>
                  <a:cubicBezTo>
                    <a:pt x="717329" y="1187331"/>
                    <a:pt x="728334" y="1182987"/>
                    <a:pt x="740911" y="1180091"/>
                  </a:cubicBezTo>
                  <a:cubicBezTo>
                    <a:pt x="740911" y="1184435"/>
                    <a:pt x="739339" y="1187331"/>
                    <a:pt x="739339" y="1191676"/>
                  </a:cubicBezTo>
                  <a:cubicBezTo>
                    <a:pt x="753488" y="1182987"/>
                    <a:pt x="766066" y="1184435"/>
                    <a:pt x="777071" y="1194572"/>
                  </a:cubicBezTo>
                  <a:cubicBezTo>
                    <a:pt x="794365" y="1182987"/>
                    <a:pt x="797509" y="1184435"/>
                    <a:pt x="802225" y="1209053"/>
                  </a:cubicBezTo>
                  <a:cubicBezTo>
                    <a:pt x="792792" y="1203261"/>
                    <a:pt x="784932" y="1198916"/>
                    <a:pt x="777071" y="1194572"/>
                  </a:cubicBezTo>
                  <a:close/>
                  <a:moveTo>
                    <a:pt x="836813" y="1191676"/>
                  </a:moveTo>
                  <a:cubicBezTo>
                    <a:pt x="839957" y="1188779"/>
                    <a:pt x="843102" y="1185883"/>
                    <a:pt x="844674" y="1182987"/>
                  </a:cubicBezTo>
                  <a:cubicBezTo>
                    <a:pt x="855679" y="1196020"/>
                    <a:pt x="855679" y="1196020"/>
                    <a:pt x="832096" y="1206157"/>
                  </a:cubicBezTo>
                  <a:lnTo>
                    <a:pt x="808514" y="1188779"/>
                  </a:lnTo>
                  <a:cubicBezTo>
                    <a:pt x="824236" y="1177195"/>
                    <a:pt x="833668" y="1177195"/>
                    <a:pt x="836813" y="1191676"/>
                  </a:cubicBezTo>
                  <a:close/>
                  <a:moveTo>
                    <a:pt x="849390" y="3126361"/>
                  </a:moveTo>
                  <a:cubicBezTo>
                    <a:pt x="850962" y="3124912"/>
                    <a:pt x="852534" y="3124912"/>
                    <a:pt x="854107" y="3123464"/>
                  </a:cubicBezTo>
                  <a:cubicBezTo>
                    <a:pt x="855679" y="3126361"/>
                    <a:pt x="858823" y="3129257"/>
                    <a:pt x="861967" y="3133601"/>
                  </a:cubicBezTo>
                  <a:cubicBezTo>
                    <a:pt x="858823" y="3133601"/>
                    <a:pt x="855679" y="3133601"/>
                    <a:pt x="852534" y="3135049"/>
                  </a:cubicBezTo>
                  <a:cubicBezTo>
                    <a:pt x="850962" y="3130705"/>
                    <a:pt x="850962" y="3127808"/>
                    <a:pt x="849390" y="3126361"/>
                  </a:cubicBezTo>
                  <a:close/>
                  <a:moveTo>
                    <a:pt x="945292" y="3116224"/>
                  </a:moveTo>
                  <a:cubicBezTo>
                    <a:pt x="946864" y="3120568"/>
                    <a:pt x="948436" y="3123464"/>
                    <a:pt x="951581" y="3126361"/>
                  </a:cubicBezTo>
                  <a:lnTo>
                    <a:pt x="946864" y="3126361"/>
                  </a:lnTo>
                  <a:cubicBezTo>
                    <a:pt x="946864" y="3123464"/>
                    <a:pt x="946864" y="3120568"/>
                    <a:pt x="945292" y="3116224"/>
                  </a:cubicBezTo>
                  <a:close/>
                  <a:moveTo>
                    <a:pt x="1074209" y="3439154"/>
                  </a:moveTo>
                  <a:cubicBezTo>
                    <a:pt x="1069493" y="3431913"/>
                    <a:pt x="1066348" y="3426121"/>
                    <a:pt x="1063204" y="3420328"/>
                  </a:cubicBezTo>
                  <a:lnTo>
                    <a:pt x="1071065" y="3413088"/>
                  </a:lnTo>
                  <a:cubicBezTo>
                    <a:pt x="1082070" y="3420328"/>
                    <a:pt x="1083642" y="3431913"/>
                    <a:pt x="1074209" y="3439154"/>
                  </a:cubicBezTo>
                  <a:close/>
                  <a:moveTo>
                    <a:pt x="1473538" y="3468116"/>
                  </a:moveTo>
                  <a:cubicBezTo>
                    <a:pt x="1467249" y="3465220"/>
                    <a:pt x="1460961" y="3463772"/>
                    <a:pt x="1454672" y="3460875"/>
                  </a:cubicBezTo>
                  <a:cubicBezTo>
                    <a:pt x="1460961" y="3455083"/>
                    <a:pt x="1467249" y="3449291"/>
                    <a:pt x="1471966" y="3446394"/>
                  </a:cubicBezTo>
                  <a:lnTo>
                    <a:pt x="1490832" y="3459427"/>
                  </a:lnTo>
                  <a:cubicBezTo>
                    <a:pt x="1486115" y="3462324"/>
                    <a:pt x="1479826" y="3465220"/>
                    <a:pt x="1473538" y="3468116"/>
                  </a:cubicBezTo>
                  <a:close/>
                  <a:moveTo>
                    <a:pt x="4254690" y="3221936"/>
                  </a:moveTo>
                  <a:cubicBezTo>
                    <a:pt x="4253118" y="3223384"/>
                    <a:pt x="4254690" y="3226281"/>
                    <a:pt x="4254690" y="3229177"/>
                  </a:cubicBezTo>
                  <a:lnTo>
                    <a:pt x="4231107" y="3233521"/>
                  </a:lnTo>
                  <a:cubicBezTo>
                    <a:pt x="4227963" y="3220488"/>
                    <a:pt x="4234252" y="3213248"/>
                    <a:pt x="4248401" y="3211799"/>
                  </a:cubicBezTo>
                  <a:cubicBezTo>
                    <a:pt x="4253118" y="3211799"/>
                    <a:pt x="4259406" y="3208903"/>
                    <a:pt x="4267267" y="3208903"/>
                  </a:cubicBezTo>
                  <a:cubicBezTo>
                    <a:pt x="4262550" y="3213248"/>
                    <a:pt x="4257834" y="3216144"/>
                    <a:pt x="4254690" y="3221936"/>
                  </a:cubicBezTo>
                  <a:close/>
                  <a:moveTo>
                    <a:pt x="4286133" y="3219040"/>
                  </a:moveTo>
                  <a:cubicBezTo>
                    <a:pt x="4279844" y="3217592"/>
                    <a:pt x="4275128" y="3213248"/>
                    <a:pt x="4270411" y="3210351"/>
                  </a:cubicBezTo>
                  <a:cubicBezTo>
                    <a:pt x="4276700" y="3203111"/>
                    <a:pt x="4281417" y="3198766"/>
                    <a:pt x="4284561" y="3194422"/>
                  </a:cubicBezTo>
                  <a:cubicBezTo>
                    <a:pt x="4290850" y="3201663"/>
                    <a:pt x="4297138" y="3207455"/>
                    <a:pt x="4303427" y="3216144"/>
                  </a:cubicBezTo>
                  <a:cubicBezTo>
                    <a:pt x="4298710" y="3217592"/>
                    <a:pt x="4292421" y="3219040"/>
                    <a:pt x="4286133" y="3219040"/>
                  </a:cubicBezTo>
                  <a:close/>
                  <a:moveTo>
                    <a:pt x="4451210" y="2240113"/>
                  </a:moveTo>
                  <a:cubicBezTo>
                    <a:pt x="4451210" y="2237216"/>
                    <a:pt x="4451210" y="2235768"/>
                    <a:pt x="4449637" y="2232872"/>
                  </a:cubicBezTo>
                  <a:lnTo>
                    <a:pt x="4482653" y="2228528"/>
                  </a:lnTo>
                  <a:cubicBezTo>
                    <a:pt x="4482653" y="2231424"/>
                    <a:pt x="4484225" y="2234320"/>
                    <a:pt x="4484225" y="2237216"/>
                  </a:cubicBezTo>
                  <a:cubicBezTo>
                    <a:pt x="4471648" y="2237216"/>
                    <a:pt x="4460643" y="2238665"/>
                    <a:pt x="4451210" y="2240113"/>
                  </a:cubicBezTo>
                  <a:close/>
                  <a:moveTo>
                    <a:pt x="4532962" y="2243009"/>
                  </a:moveTo>
                  <a:cubicBezTo>
                    <a:pt x="4523529" y="2243009"/>
                    <a:pt x="4512524" y="2243009"/>
                    <a:pt x="4503091" y="2240113"/>
                  </a:cubicBezTo>
                  <a:cubicBezTo>
                    <a:pt x="4498375" y="2238665"/>
                    <a:pt x="4496802" y="2232872"/>
                    <a:pt x="4492086" y="2229976"/>
                  </a:cubicBezTo>
                  <a:cubicBezTo>
                    <a:pt x="4493658" y="2228528"/>
                    <a:pt x="4493658" y="2227080"/>
                    <a:pt x="4495231" y="2225632"/>
                  </a:cubicBezTo>
                  <a:cubicBezTo>
                    <a:pt x="4509380" y="2228528"/>
                    <a:pt x="4521957" y="2229976"/>
                    <a:pt x="4534534" y="2232872"/>
                  </a:cubicBezTo>
                  <a:cubicBezTo>
                    <a:pt x="4532962" y="2237216"/>
                    <a:pt x="4532962" y="2241561"/>
                    <a:pt x="4532962" y="2243009"/>
                  </a:cubicBezTo>
                  <a:close/>
                  <a:moveTo>
                    <a:pt x="4603709" y="2241561"/>
                  </a:moveTo>
                  <a:cubicBezTo>
                    <a:pt x="4592704" y="2240113"/>
                    <a:pt x="4581699" y="2232872"/>
                    <a:pt x="4570694" y="2243009"/>
                  </a:cubicBezTo>
                  <a:cubicBezTo>
                    <a:pt x="4569122" y="2244457"/>
                    <a:pt x="4559689" y="2240113"/>
                    <a:pt x="4554972" y="2238665"/>
                  </a:cubicBezTo>
                  <a:cubicBezTo>
                    <a:pt x="4554972" y="2237216"/>
                    <a:pt x="4556545" y="2234320"/>
                    <a:pt x="4556545" y="2232872"/>
                  </a:cubicBezTo>
                  <a:lnTo>
                    <a:pt x="4608426" y="2232872"/>
                  </a:lnTo>
                  <a:cubicBezTo>
                    <a:pt x="4609998" y="2232872"/>
                    <a:pt x="4611570" y="2237216"/>
                    <a:pt x="4613142" y="2240113"/>
                  </a:cubicBezTo>
                  <a:cubicBezTo>
                    <a:pt x="4608426" y="2240113"/>
                    <a:pt x="4605282" y="2241561"/>
                    <a:pt x="4603709" y="2241561"/>
                  </a:cubicBezTo>
                  <a:close/>
                  <a:moveTo>
                    <a:pt x="4753065" y="2959827"/>
                  </a:moveTo>
                  <a:cubicBezTo>
                    <a:pt x="4751493" y="2961275"/>
                    <a:pt x="4751493" y="2962723"/>
                    <a:pt x="4751493" y="2961275"/>
                  </a:cubicBezTo>
                  <a:cubicBezTo>
                    <a:pt x="4749920" y="2961275"/>
                    <a:pt x="4749920" y="2959827"/>
                    <a:pt x="4753065" y="2959827"/>
                  </a:cubicBezTo>
                  <a:close/>
                  <a:moveTo>
                    <a:pt x="152923" y="2881629"/>
                  </a:moveTo>
                  <a:cubicBezTo>
                    <a:pt x="151351" y="2881629"/>
                    <a:pt x="151351" y="2883077"/>
                    <a:pt x="149779" y="2883077"/>
                  </a:cubicBezTo>
                  <a:cubicBezTo>
                    <a:pt x="149779" y="2883077"/>
                    <a:pt x="151351" y="2881629"/>
                    <a:pt x="152923" y="2881629"/>
                  </a:cubicBezTo>
                  <a:close/>
                  <a:moveTo>
                    <a:pt x="751916" y="3155323"/>
                  </a:moveTo>
                  <a:cubicBezTo>
                    <a:pt x="758205" y="3158219"/>
                    <a:pt x="764493" y="3161115"/>
                    <a:pt x="769210" y="3162564"/>
                  </a:cubicBezTo>
                  <a:cubicBezTo>
                    <a:pt x="747200" y="3174148"/>
                    <a:pt x="733050" y="3171252"/>
                    <a:pt x="718901" y="3150978"/>
                  </a:cubicBezTo>
                  <a:cubicBezTo>
                    <a:pt x="723617" y="3150978"/>
                    <a:pt x="726761" y="3149530"/>
                    <a:pt x="731478" y="3149530"/>
                  </a:cubicBezTo>
                  <a:cubicBezTo>
                    <a:pt x="737767" y="3150978"/>
                    <a:pt x="745627" y="3152427"/>
                    <a:pt x="751916" y="3155323"/>
                  </a:cubicBezTo>
                  <a:close/>
                  <a:moveTo>
                    <a:pt x="3500053" y="3274069"/>
                  </a:moveTo>
                  <a:cubicBezTo>
                    <a:pt x="3495336" y="3272620"/>
                    <a:pt x="3492192" y="3272620"/>
                    <a:pt x="3485903" y="3271172"/>
                  </a:cubicBezTo>
                  <a:cubicBezTo>
                    <a:pt x="3479614" y="3269724"/>
                    <a:pt x="3471754" y="3265380"/>
                    <a:pt x="3462321" y="3262484"/>
                  </a:cubicBezTo>
                  <a:cubicBezTo>
                    <a:pt x="3468609" y="3261035"/>
                    <a:pt x="3473326" y="3258139"/>
                    <a:pt x="3479614" y="3256691"/>
                  </a:cubicBezTo>
                  <a:cubicBezTo>
                    <a:pt x="3496908" y="3252347"/>
                    <a:pt x="3504769" y="3259587"/>
                    <a:pt x="3500053" y="3274069"/>
                  </a:cubicBezTo>
                  <a:close/>
                  <a:moveTo>
                    <a:pt x="3196626" y="3307375"/>
                  </a:moveTo>
                  <a:cubicBezTo>
                    <a:pt x="3206059" y="3308823"/>
                    <a:pt x="3217064" y="3308823"/>
                    <a:pt x="3228069" y="3310271"/>
                  </a:cubicBezTo>
                  <a:cubicBezTo>
                    <a:pt x="3223352" y="3324753"/>
                    <a:pt x="3210775" y="3320408"/>
                    <a:pt x="3201342" y="3318960"/>
                  </a:cubicBezTo>
                  <a:cubicBezTo>
                    <a:pt x="3198198" y="3318960"/>
                    <a:pt x="3195054" y="3313168"/>
                    <a:pt x="3191909" y="3310271"/>
                  </a:cubicBezTo>
                  <a:cubicBezTo>
                    <a:pt x="3193481" y="3308823"/>
                    <a:pt x="3195054" y="3307375"/>
                    <a:pt x="3196626" y="3307375"/>
                  </a:cubicBezTo>
                  <a:close/>
                  <a:moveTo>
                    <a:pt x="261402" y="2967068"/>
                  </a:moveTo>
                  <a:cubicBezTo>
                    <a:pt x="262974" y="2971412"/>
                    <a:pt x="264546" y="2974308"/>
                    <a:pt x="266118" y="2980101"/>
                  </a:cubicBezTo>
                  <a:cubicBezTo>
                    <a:pt x="256686" y="2980101"/>
                    <a:pt x="248825" y="2980101"/>
                    <a:pt x="240964" y="2978652"/>
                  </a:cubicBezTo>
                  <a:lnTo>
                    <a:pt x="240964" y="2968516"/>
                  </a:lnTo>
                  <a:cubicBezTo>
                    <a:pt x="247253" y="2968516"/>
                    <a:pt x="253541" y="2968516"/>
                    <a:pt x="261402" y="2967068"/>
                  </a:cubicBezTo>
                  <a:close/>
                  <a:moveTo>
                    <a:pt x="874545" y="3146634"/>
                  </a:moveTo>
                  <a:cubicBezTo>
                    <a:pt x="883978" y="3148082"/>
                    <a:pt x="893411" y="3148082"/>
                    <a:pt x="904416" y="3149530"/>
                  </a:cubicBezTo>
                  <a:cubicBezTo>
                    <a:pt x="898127" y="3155323"/>
                    <a:pt x="872972" y="3159667"/>
                    <a:pt x="868256" y="3155323"/>
                  </a:cubicBezTo>
                  <a:cubicBezTo>
                    <a:pt x="868256" y="3153875"/>
                    <a:pt x="866684" y="3150978"/>
                    <a:pt x="868256" y="3149530"/>
                  </a:cubicBezTo>
                  <a:cubicBezTo>
                    <a:pt x="869828" y="3148082"/>
                    <a:pt x="872972" y="3146634"/>
                    <a:pt x="874545" y="3146634"/>
                  </a:cubicBezTo>
                  <a:close/>
                </a:path>
              </a:pathLst>
            </a:custGeom>
            <a:blipFill>
              <a:blip r:embed="rId4"/>
              <a:stretch>
                <a:fillRect l="-699" t="-5" r="-69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45528" y="223626"/>
            <a:ext cx="9661327" cy="10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5"/>
              </a:lnSpc>
              <a:spcBef>
                <a:spcPct val="0"/>
              </a:spcBef>
            </a:pPr>
            <a:r>
              <a:rPr lang="en-US" sz="53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Contexto General del sistema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833790" y="397603"/>
            <a:ext cx="14222212" cy="200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5"/>
              </a:lnSpc>
              <a:spcBef>
                <a:spcPct val="0"/>
              </a:spcBef>
            </a:pPr>
            <a:r>
              <a:rPr lang="en-US" sz="54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Mejoras Propuestas y Lecciones Aprendidas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86910" y="2699141"/>
            <a:ext cx="6073866" cy="6559159"/>
            <a:chOff x="0" y="0"/>
            <a:chExt cx="1633609" cy="17641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3609" cy="1764132"/>
            </a:xfrm>
            <a:custGeom>
              <a:avLst/>
              <a:gdLst/>
              <a:ahLst/>
              <a:cxnLst/>
              <a:rect l="l" t="t" r="r" b="b"/>
              <a:pathLst>
                <a:path w="1633609" h="1764132">
                  <a:moveTo>
                    <a:pt x="47161" y="0"/>
                  </a:moveTo>
                  <a:lnTo>
                    <a:pt x="1586448" y="0"/>
                  </a:lnTo>
                  <a:cubicBezTo>
                    <a:pt x="1612494" y="0"/>
                    <a:pt x="1633609" y="21115"/>
                    <a:pt x="1633609" y="47161"/>
                  </a:cubicBezTo>
                  <a:lnTo>
                    <a:pt x="1633609" y="1716971"/>
                  </a:lnTo>
                  <a:cubicBezTo>
                    <a:pt x="1633609" y="1729479"/>
                    <a:pt x="1628641" y="1741475"/>
                    <a:pt x="1619796" y="1750319"/>
                  </a:cubicBezTo>
                  <a:cubicBezTo>
                    <a:pt x="1610952" y="1759164"/>
                    <a:pt x="1598956" y="1764132"/>
                    <a:pt x="1586448" y="1764132"/>
                  </a:cubicBezTo>
                  <a:lnTo>
                    <a:pt x="47161" y="1764132"/>
                  </a:lnTo>
                  <a:cubicBezTo>
                    <a:pt x="21115" y="1764132"/>
                    <a:pt x="0" y="1743017"/>
                    <a:pt x="0" y="1716971"/>
                  </a:cubicBezTo>
                  <a:lnTo>
                    <a:pt x="0" y="47161"/>
                  </a:lnTo>
                  <a:cubicBezTo>
                    <a:pt x="0" y="34653"/>
                    <a:pt x="4969" y="22658"/>
                    <a:pt x="13813" y="13813"/>
                  </a:cubicBezTo>
                  <a:cubicBezTo>
                    <a:pt x="22658" y="4969"/>
                    <a:pt x="34653" y="0"/>
                    <a:pt x="47161" y="0"/>
                  </a:cubicBezTo>
                  <a:close/>
                </a:path>
              </a:pathLst>
            </a:custGeom>
            <a:solidFill>
              <a:srgbClr val="1B466A">
                <a:alpha val="60784"/>
              </a:srgbClr>
            </a:solidFill>
            <a:ln w="38100" cap="rnd">
              <a:solidFill>
                <a:srgbClr val="000000">
                  <a:alpha val="60784"/>
                </a:srgbClr>
              </a:solidFill>
              <a:prstDash val="lg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633609" cy="1830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91227" y="3097894"/>
            <a:ext cx="5399758" cy="586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2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Mejoras de Calidad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endParaRPr lang="en-US" sz="3499" spc="-122">
              <a:solidFill>
                <a:srgbClr val="FFFFFF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Validación de datos: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 Verificación del RUT y ISBN antes de registrar préstamos</a:t>
            </a:r>
          </a:p>
          <a:p>
            <a:pPr algn="l">
              <a:lnSpc>
                <a:spcPts val="3674"/>
              </a:lnSpc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Respaldo automático: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 Copias de seguridad programadas de la base de datos</a:t>
            </a:r>
          </a:p>
          <a:p>
            <a:pPr algn="l">
              <a:lnSpc>
                <a:spcPts val="3674"/>
              </a:lnSpc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Trazabilidad: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 Registro completo del historial de cada libro y usuario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47588" y="2699141"/>
            <a:ext cx="6073866" cy="6559159"/>
            <a:chOff x="0" y="0"/>
            <a:chExt cx="1633609" cy="17641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33609" cy="1764132"/>
            </a:xfrm>
            <a:custGeom>
              <a:avLst/>
              <a:gdLst/>
              <a:ahLst/>
              <a:cxnLst/>
              <a:rect l="l" t="t" r="r" b="b"/>
              <a:pathLst>
                <a:path w="1633609" h="1764132">
                  <a:moveTo>
                    <a:pt x="47161" y="0"/>
                  </a:moveTo>
                  <a:lnTo>
                    <a:pt x="1586448" y="0"/>
                  </a:lnTo>
                  <a:cubicBezTo>
                    <a:pt x="1612494" y="0"/>
                    <a:pt x="1633609" y="21115"/>
                    <a:pt x="1633609" y="47161"/>
                  </a:cubicBezTo>
                  <a:lnTo>
                    <a:pt x="1633609" y="1716971"/>
                  </a:lnTo>
                  <a:cubicBezTo>
                    <a:pt x="1633609" y="1729479"/>
                    <a:pt x="1628641" y="1741475"/>
                    <a:pt x="1619796" y="1750319"/>
                  </a:cubicBezTo>
                  <a:cubicBezTo>
                    <a:pt x="1610952" y="1759164"/>
                    <a:pt x="1598956" y="1764132"/>
                    <a:pt x="1586448" y="1764132"/>
                  </a:cubicBezTo>
                  <a:lnTo>
                    <a:pt x="47161" y="1764132"/>
                  </a:lnTo>
                  <a:cubicBezTo>
                    <a:pt x="21115" y="1764132"/>
                    <a:pt x="0" y="1743017"/>
                    <a:pt x="0" y="1716971"/>
                  </a:cubicBezTo>
                  <a:lnTo>
                    <a:pt x="0" y="47161"/>
                  </a:lnTo>
                  <a:cubicBezTo>
                    <a:pt x="0" y="34653"/>
                    <a:pt x="4969" y="22658"/>
                    <a:pt x="13813" y="13813"/>
                  </a:cubicBezTo>
                  <a:cubicBezTo>
                    <a:pt x="22658" y="4969"/>
                    <a:pt x="34653" y="0"/>
                    <a:pt x="47161" y="0"/>
                  </a:cubicBezTo>
                  <a:close/>
                </a:path>
              </a:pathLst>
            </a:custGeom>
            <a:solidFill>
              <a:srgbClr val="1D4A83">
                <a:alpha val="60784"/>
              </a:srgbClr>
            </a:solidFill>
            <a:ln w="38100" cap="rnd">
              <a:solidFill>
                <a:srgbClr val="0D223D">
                  <a:alpha val="60784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633609" cy="1830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81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01148" y="2979136"/>
            <a:ext cx="5566746" cy="586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2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Mejoras de Experiencia</a:t>
            </a:r>
          </a:p>
          <a:p>
            <a:pPr algn="l">
              <a:lnSpc>
                <a:spcPts val="4899"/>
              </a:lnSpc>
            </a:pPr>
            <a:endParaRPr lang="en-US" sz="3499" spc="-122">
              <a:solidFill>
                <a:srgbClr val="FFFFFF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Optimización de búsqueda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: Filtros avanzados y resultados instantáneos</a:t>
            </a:r>
          </a:p>
          <a:p>
            <a:pPr algn="l">
              <a:lnSpc>
                <a:spcPts val="3674"/>
              </a:lnSpc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A</a:t>
            </a: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ccesibilidad WCAG: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 Soporte para lectores de pantalla y alto contraste</a:t>
            </a:r>
          </a:p>
          <a:p>
            <a:pPr algn="l">
              <a:lnSpc>
                <a:spcPts val="3674"/>
              </a:lnSpc>
            </a:pPr>
            <a:endParaRPr lang="en-US" sz="2624" spc="-91">
              <a:solidFill>
                <a:srgbClr val="FFFFFF"/>
              </a:solidFill>
              <a:latin typeface="Articulat"/>
              <a:ea typeface="Articulat"/>
              <a:cs typeface="Articulat"/>
              <a:sym typeface="Articulat"/>
            </a:endParaRPr>
          </a:p>
          <a:p>
            <a:pPr marL="566624" lvl="1" indent="-283312" algn="l">
              <a:lnSpc>
                <a:spcPts val="3674"/>
              </a:lnSpc>
              <a:buFont typeface="Arial"/>
              <a:buChar char="•"/>
            </a:pPr>
            <a:r>
              <a:rPr lang="en-US" sz="2624" b="1" spc="-91">
                <a:solidFill>
                  <a:srgbClr val="FFFFFF"/>
                </a:solidFill>
                <a:latin typeface="Articulat Bold"/>
                <a:ea typeface="Articulat Bold"/>
                <a:cs typeface="Articulat Bold"/>
                <a:sym typeface="Articulat Bold"/>
              </a:rPr>
              <a:t>Notificaciones proactivas:</a:t>
            </a:r>
            <a:r>
              <a:rPr lang="en-US" sz="2624" spc="-91">
                <a:solidFill>
                  <a:srgbClr val="FFFFFF"/>
                </a:solidFill>
                <a:latin typeface="Articulat"/>
                <a:ea typeface="Articulat"/>
                <a:cs typeface="Articulat"/>
                <a:sym typeface="Articulat"/>
              </a:rPr>
              <a:t> Alertas automáticas por email antes del vencimiento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53960" y="6506995"/>
            <a:ext cx="920598" cy="920598"/>
          </a:xfrm>
          <a:custGeom>
            <a:avLst/>
            <a:gdLst/>
            <a:ahLst/>
            <a:cxnLst/>
            <a:rect l="l" t="t" r="r" b="b"/>
            <a:pathLst>
              <a:path w="920598" h="920598">
                <a:moveTo>
                  <a:pt x="0" y="0"/>
                </a:moveTo>
                <a:lnTo>
                  <a:pt x="920598" y="0"/>
                </a:lnTo>
                <a:lnTo>
                  <a:pt x="920598" y="920598"/>
                </a:lnTo>
                <a:lnTo>
                  <a:pt x="0" y="920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353960" y="7631958"/>
            <a:ext cx="920598" cy="920598"/>
          </a:xfrm>
          <a:custGeom>
            <a:avLst/>
            <a:gdLst/>
            <a:ahLst/>
            <a:cxnLst/>
            <a:rect l="l" t="t" r="r" b="b"/>
            <a:pathLst>
              <a:path w="920598" h="920598">
                <a:moveTo>
                  <a:pt x="0" y="0"/>
                </a:moveTo>
                <a:lnTo>
                  <a:pt x="920598" y="0"/>
                </a:lnTo>
                <a:lnTo>
                  <a:pt x="920598" y="920598"/>
                </a:lnTo>
                <a:lnTo>
                  <a:pt x="0" y="920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353960" y="8798001"/>
            <a:ext cx="920598" cy="920598"/>
          </a:xfrm>
          <a:custGeom>
            <a:avLst/>
            <a:gdLst/>
            <a:ahLst/>
            <a:cxnLst/>
            <a:rect l="l" t="t" r="r" b="b"/>
            <a:pathLst>
              <a:path w="920598" h="920598">
                <a:moveTo>
                  <a:pt x="0" y="0"/>
                </a:moveTo>
                <a:lnTo>
                  <a:pt x="920598" y="0"/>
                </a:lnTo>
                <a:lnTo>
                  <a:pt x="920598" y="920598"/>
                </a:lnTo>
                <a:lnTo>
                  <a:pt x="0" y="920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3789525" y="6337851"/>
            <a:ext cx="3008534" cy="3549892"/>
          </a:xfrm>
          <a:custGeom>
            <a:avLst/>
            <a:gdLst/>
            <a:ahLst/>
            <a:cxnLst/>
            <a:rect l="l" t="t" r="r" b="b"/>
            <a:pathLst>
              <a:path w="3008534" h="3549892">
                <a:moveTo>
                  <a:pt x="0" y="0"/>
                </a:moveTo>
                <a:lnTo>
                  <a:pt x="3008533" y="0"/>
                </a:lnTo>
                <a:lnTo>
                  <a:pt x="3008533" y="3549892"/>
                </a:lnTo>
                <a:lnTo>
                  <a:pt x="0" y="3549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838200" y="5966585"/>
            <a:ext cx="4135398" cy="4251343"/>
          </a:xfrm>
          <a:custGeom>
            <a:avLst/>
            <a:gdLst/>
            <a:ahLst/>
            <a:cxnLst/>
            <a:rect l="l" t="t" r="r" b="b"/>
            <a:pathLst>
              <a:path w="4135398" h="4251343">
                <a:moveTo>
                  <a:pt x="0" y="0"/>
                </a:moveTo>
                <a:lnTo>
                  <a:pt x="4135397" y="0"/>
                </a:lnTo>
                <a:lnTo>
                  <a:pt x="4135397" y="4251343"/>
                </a:lnTo>
                <a:lnTo>
                  <a:pt x="0" y="4251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3560438" y="6420580"/>
            <a:ext cx="1093428" cy="1093428"/>
          </a:xfrm>
          <a:custGeom>
            <a:avLst/>
            <a:gdLst/>
            <a:ahLst/>
            <a:cxnLst/>
            <a:rect l="l" t="t" r="r" b="b"/>
            <a:pathLst>
              <a:path w="1093428" h="1093428">
                <a:moveTo>
                  <a:pt x="0" y="0"/>
                </a:moveTo>
                <a:lnTo>
                  <a:pt x="1093427" y="0"/>
                </a:lnTo>
                <a:lnTo>
                  <a:pt x="1093427" y="1093428"/>
                </a:lnTo>
                <a:lnTo>
                  <a:pt x="0" y="1093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353960" y="1450955"/>
            <a:ext cx="16230600" cy="4203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El sistema UNILIB representa una solución moderna para mejorar la gestión de la biblioteca, automatizando procesos clave como préstamos, devoluciones e inventario. Su implementación permitirá reducir errores, optimizar los tiempos de atención y brindar un mejor servicio a los usuarios. En conjunto, este proyecto aporta eficiencia, organización y una experiencia más ágil para toda la comunidad.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27704" y="415383"/>
            <a:ext cx="3697188" cy="101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5"/>
              </a:lnSpc>
              <a:spcBef>
                <a:spcPct val="0"/>
              </a:spcBef>
            </a:pPr>
            <a:r>
              <a:rPr lang="en-US" sz="5332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Conclusión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5353" y="9201150"/>
            <a:ext cx="2836962" cy="44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000000"/>
                </a:solidFill>
                <a:latin typeface="Articulat"/>
                <a:ea typeface="Articulat"/>
                <a:cs typeface="Articulat"/>
                <a:sym typeface="Articulat"/>
              </a:rPr>
              <a:t>Experiencia más Ágil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5353" y="6714875"/>
            <a:ext cx="2278410" cy="44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000000"/>
                </a:solidFill>
                <a:latin typeface="Articulat"/>
                <a:ea typeface="Articulat"/>
                <a:cs typeface="Articulat"/>
                <a:sym typeface="Articulat"/>
              </a:rPr>
              <a:t>Mayor Eficiencia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5353" y="7837168"/>
            <a:ext cx="2809875" cy="44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 spc="-91">
                <a:solidFill>
                  <a:srgbClr val="000000"/>
                </a:solidFill>
                <a:latin typeface="Articulat"/>
                <a:ea typeface="Articulat"/>
                <a:cs typeface="Articulat"/>
                <a:sym typeface="Articulat"/>
              </a:rPr>
              <a:t>Mayor Organización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580</Words>
  <Application>Microsoft Office PowerPoint</Application>
  <PresentationFormat>Personalizado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4" baseType="lpstr">
      <vt:lpstr>Articulat Bold</vt:lpstr>
      <vt:lpstr>Calibri</vt:lpstr>
      <vt:lpstr>TT Hoves Bold Italics</vt:lpstr>
      <vt:lpstr>Bree Serif</vt:lpstr>
      <vt:lpstr>Nunito Bold</vt:lpstr>
      <vt:lpstr>TT Norms</vt:lpstr>
      <vt:lpstr>TAN Tangkiwood</vt:lpstr>
      <vt:lpstr>Chunk Five</vt:lpstr>
      <vt:lpstr>The Youngest</vt:lpstr>
      <vt:lpstr>Articulat Semi-Bold</vt:lpstr>
      <vt:lpstr>Arial</vt:lpstr>
      <vt:lpstr>Articulat</vt:lpstr>
      <vt:lpstr>TT Norms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Bibliotecaria - UNILIB.</dc:title>
  <dc:creator>Noemi Pichiguen</dc:creator>
  <cp:lastModifiedBy>Noemi Pichiguen</cp:lastModifiedBy>
  <cp:revision>2</cp:revision>
  <dcterms:created xsi:type="dcterms:W3CDTF">2006-08-16T00:00:00Z</dcterms:created>
  <dcterms:modified xsi:type="dcterms:W3CDTF">2026-04-15T23:10:52Z</dcterms:modified>
  <dc:identifier>DAHGfbaJY5g</dc:identifier>
</cp:coreProperties>
</file>